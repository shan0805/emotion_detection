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6" r:id="rId1"/>
  </p:sldMasterIdLst>
  <p:notesMasterIdLst>
    <p:notesMasterId r:id="rId18"/>
  </p:notesMasterIdLst>
  <p:sldIdLst>
    <p:sldId id="256" r:id="rId2"/>
    <p:sldId id="259" r:id="rId3"/>
    <p:sldId id="267" r:id="rId4"/>
    <p:sldId id="258" r:id="rId5"/>
    <p:sldId id="269" r:id="rId6"/>
    <p:sldId id="260" r:id="rId7"/>
    <p:sldId id="261" r:id="rId8"/>
    <p:sldId id="262" r:id="rId9"/>
    <p:sldId id="263" r:id="rId10"/>
    <p:sldId id="264" r:id="rId11"/>
    <p:sldId id="265" r:id="rId12"/>
    <p:sldId id="272" r:id="rId13"/>
    <p:sldId id="273" r:id="rId14"/>
    <p:sldId id="268" r:id="rId15"/>
    <p:sldId id="270" r:id="rId16"/>
    <p:sldId id="271" r:id="rId1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41A6F6-97B9-4CF6-90FA-0BC33C534BE0}" v="1315" dt="2023-02-28T18:37:33.1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bade Shantanu Sharad" userId="S::shantanusgit121@gst.sies.edu.in::2d8c91f7-670d-405a-a247-f6e88679dc81" providerId="AD" clId="Web-{8F6C3116-ADEC-3514-E257-A1992FD400E9}"/>
    <pc:docChg chg="addSld delSld modSld sldOrd">
      <pc:chgData name="Gobade Shantanu Sharad" userId="S::shantanusgit121@gst.sies.edu.in::2d8c91f7-670d-405a-a247-f6e88679dc81" providerId="AD" clId="Web-{8F6C3116-ADEC-3514-E257-A1992FD400E9}" dt="2023-02-27T18:26:49.957" v="224" actId="20577"/>
      <pc:docMkLst>
        <pc:docMk/>
      </pc:docMkLst>
      <pc:sldChg chg="modSp">
        <pc:chgData name="Gobade Shantanu Sharad" userId="S::shantanusgit121@gst.sies.edu.in::2d8c91f7-670d-405a-a247-f6e88679dc81" providerId="AD" clId="Web-{8F6C3116-ADEC-3514-E257-A1992FD400E9}" dt="2023-02-27T16:58:08.935" v="110" actId="20577"/>
        <pc:sldMkLst>
          <pc:docMk/>
          <pc:sldMk cId="0" sldId="256"/>
        </pc:sldMkLst>
        <pc:spChg chg="mod">
          <ac:chgData name="Gobade Shantanu Sharad" userId="S::shantanusgit121@gst.sies.edu.in::2d8c91f7-670d-405a-a247-f6e88679dc81" providerId="AD" clId="Web-{8F6C3116-ADEC-3514-E257-A1992FD400E9}" dt="2023-02-27T16:58:08.935" v="110" actId="20577"/>
          <ac:spMkLst>
            <pc:docMk/>
            <pc:sldMk cId="0" sldId="256"/>
            <ac:spMk id="14338" creationId="{E8DC4D8A-9CFD-0D5C-9A8C-B2310209555A}"/>
          </ac:spMkLst>
        </pc:spChg>
        <pc:spChg chg="mod">
          <ac:chgData name="Gobade Shantanu Sharad" userId="S::shantanusgit121@gst.sies.edu.in::2d8c91f7-670d-405a-a247-f6e88679dc81" providerId="AD" clId="Web-{8F6C3116-ADEC-3514-E257-A1992FD400E9}" dt="2023-02-27T16:56:52.434" v="95" actId="20577"/>
          <ac:spMkLst>
            <pc:docMk/>
            <pc:sldMk cId="0" sldId="256"/>
            <ac:spMk id="14339" creationId="{4A04F3F7-A187-BD4D-A28C-C86E5E17292D}"/>
          </ac:spMkLst>
        </pc:spChg>
        <pc:spChg chg="mod">
          <ac:chgData name="Gobade Shantanu Sharad" userId="S::shantanusgit121@gst.sies.edu.in::2d8c91f7-670d-405a-a247-f6e88679dc81" providerId="AD" clId="Web-{8F6C3116-ADEC-3514-E257-A1992FD400E9}" dt="2023-02-27T16:53:03.406" v="11" actId="20577"/>
          <ac:spMkLst>
            <pc:docMk/>
            <pc:sldMk cId="0" sldId="256"/>
            <ac:spMk id="14342" creationId="{72EE30D7-E091-692E-1727-AB07346D4B85}"/>
          </ac:spMkLst>
        </pc:spChg>
        <pc:spChg chg="mod">
          <ac:chgData name="Gobade Shantanu Sharad" userId="S::shantanusgit121@gst.sies.edu.in::2d8c91f7-670d-405a-a247-f6e88679dc81" providerId="AD" clId="Web-{8F6C3116-ADEC-3514-E257-A1992FD400E9}" dt="2023-02-27T16:57:55.419" v="108" actId="20577"/>
          <ac:spMkLst>
            <pc:docMk/>
            <pc:sldMk cId="0" sldId="256"/>
            <ac:spMk id="14343" creationId="{7ABC03E6-FD05-FDCF-083E-8F380AB828E0}"/>
          </ac:spMkLst>
        </pc:spChg>
      </pc:sldChg>
      <pc:sldChg chg="new del">
        <pc:chgData name="Gobade Shantanu Sharad" userId="S::shantanusgit121@gst.sies.edu.in::2d8c91f7-670d-405a-a247-f6e88679dc81" providerId="AD" clId="Web-{8F6C3116-ADEC-3514-E257-A1992FD400E9}" dt="2023-02-27T17:44:07.213" v="114"/>
        <pc:sldMkLst>
          <pc:docMk/>
          <pc:sldMk cId="934374295" sldId="260"/>
        </pc:sldMkLst>
      </pc:sldChg>
      <pc:sldChg chg="addSp delSp modSp add replId">
        <pc:chgData name="Gobade Shantanu Sharad" userId="S::shantanusgit121@gst.sies.edu.in::2d8c91f7-670d-405a-a247-f6e88679dc81" providerId="AD" clId="Web-{8F6C3116-ADEC-3514-E257-A1992FD400E9}" dt="2023-02-27T17:45:14.450" v="131" actId="20577"/>
        <pc:sldMkLst>
          <pc:docMk/>
          <pc:sldMk cId="3735641172" sldId="260"/>
        </pc:sldMkLst>
        <pc:spChg chg="add mod">
          <ac:chgData name="Gobade Shantanu Sharad" userId="S::shantanusgit121@gst.sies.edu.in::2d8c91f7-670d-405a-a247-f6e88679dc81" providerId="AD" clId="Web-{8F6C3116-ADEC-3514-E257-A1992FD400E9}" dt="2023-02-27T17:44:30.886" v="116"/>
          <ac:spMkLst>
            <pc:docMk/>
            <pc:sldMk cId="3735641172" sldId="260"/>
            <ac:spMk id="3" creationId="{10B17C1D-AB5C-2FA8-1511-CC6CE97CA540}"/>
          </ac:spMkLst>
        </pc:spChg>
        <pc:spChg chg="mod">
          <ac:chgData name="Gobade Shantanu Sharad" userId="S::shantanusgit121@gst.sies.edu.in::2d8c91f7-670d-405a-a247-f6e88679dc81" providerId="AD" clId="Web-{8F6C3116-ADEC-3514-E257-A1992FD400E9}" dt="2023-02-27T17:45:14.450" v="131" actId="20577"/>
          <ac:spMkLst>
            <pc:docMk/>
            <pc:sldMk cId="3735641172" sldId="260"/>
            <ac:spMk id="16386" creationId="{59E4CD21-AAD2-129B-D067-C3B9B98C17D5}"/>
          </ac:spMkLst>
        </pc:spChg>
        <pc:graphicFrameChg chg="del">
          <ac:chgData name="Gobade Shantanu Sharad" userId="S::shantanusgit121@gst.sies.edu.in::2d8c91f7-670d-405a-a247-f6e88679dc81" providerId="AD" clId="Web-{8F6C3116-ADEC-3514-E257-A1992FD400E9}" dt="2023-02-27T17:44:30.886" v="116"/>
          <ac:graphicFrameMkLst>
            <pc:docMk/>
            <pc:sldMk cId="3735641172" sldId="260"/>
            <ac:graphicFrameMk id="6" creationId="{2A343C58-0824-CC9A-A704-1325C2A8D982}"/>
          </ac:graphicFrameMkLst>
        </pc:graphicFrameChg>
      </pc:sldChg>
      <pc:sldChg chg="modSp add replId">
        <pc:chgData name="Gobade Shantanu Sharad" userId="S::shantanusgit121@gst.sies.edu.in::2d8c91f7-670d-405a-a247-f6e88679dc81" providerId="AD" clId="Web-{8F6C3116-ADEC-3514-E257-A1992FD400E9}" dt="2023-02-27T17:45:38.107" v="138" actId="20577"/>
        <pc:sldMkLst>
          <pc:docMk/>
          <pc:sldMk cId="2853775755" sldId="261"/>
        </pc:sldMkLst>
        <pc:spChg chg="mod">
          <ac:chgData name="Gobade Shantanu Sharad" userId="S::shantanusgit121@gst.sies.edu.in::2d8c91f7-670d-405a-a247-f6e88679dc81" providerId="AD" clId="Web-{8F6C3116-ADEC-3514-E257-A1992FD400E9}" dt="2023-02-27T17:45:38.107" v="138" actId="20577"/>
          <ac:spMkLst>
            <pc:docMk/>
            <pc:sldMk cId="2853775755" sldId="261"/>
            <ac:spMk id="16386" creationId="{59E4CD21-AAD2-129B-D067-C3B9B98C17D5}"/>
          </ac:spMkLst>
        </pc:spChg>
      </pc:sldChg>
      <pc:sldChg chg="add del replId">
        <pc:chgData name="Gobade Shantanu Sharad" userId="S::shantanusgit121@gst.sies.edu.in::2d8c91f7-670d-405a-a247-f6e88679dc81" providerId="AD" clId="Web-{8F6C3116-ADEC-3514-E257-A1992FD400E9}" dt="2023-02-27T17:44:04.854" v="113"/>
        <pc:sldMkLst>
          <pc:docMk/>
          <pc:sldMk cId="2938179871" sldId="261"/>
        </pc:sldMkLst>
      </pc:sldChg>
      <pc:sldChg chg="modSp add replId">
        <pc:chgData name="Gobade Shantanu Sharad" userId="S::shantanusgit121@gst.sies.edu.in::2d8c91f7-670d-405a-a247-f6e88679dc81" providerId="AD" clId="Web-{8F6C3116-ADEC-3514-E257-A1992FD400E9}" dt="2023-02-27T17:46:21.530" v="151" actId="20577"/>
        <pc:sldMkLst>
          <pc:docMk/>
          <pc:sldMk cId="2998624892" sldId="262"/>
        </pc:sldMkLst>
        <pc:spChg chg="mod">
          <ac:chgData name="Gobade Shantanu Sharad" userId="S::shantanusgit121@gst.sies.edu.in::2d8c91f7-670d-405a-a247-f6e88679dc81" providerId="AD" clId="Web-{8F6C3116-ADEC-3514-E257-A1992FD400E9}" dt="2023-02-27T17:46:21.530" v="151" actId="20577"/>
          <ac:spMkLst>
            <pc:docMk/>
            <pc:sldMk cId="2998624892" sldId="262"/>
            <ac:spMk id="16386" creationId="{59E4CD21-AAD2-129B-D067-C3B9B98C17D5}"/>
          </ac:spMkLst>
        </pc:spChg>
      </pc:sldChg>
      <pc:sldChg chg="modSp add replId">
        <pc:chgData name="Gobade Shantanu Sharad" userId="S::shantanusgit121@gst.sies.edu.in::2d8c91f7-670d-405a-a247-f6e88679dc81" providerId="AD" clId="Web-{8F6C3116-ADEC-3514-E257-A1992FD400E9}" dt="2023-02-27T17:47:10.048" v="177" actId="20577"/>
        <pc:sldMkLst>
          <pc:docMk/>
          <pc:sldMk cId="3709983431" sldId="263"/>
        </pc:sldMkLst>
        <pc:spChg chg="mod">
          <ac:chgData name="Gobade Shantanu Sharad" userId="S::shantanusgit121@gst.sies.edu.in::2d8c91f7-670d-405a-a247-f6e88679dc81" providerId="AD" clId="Web-{8F6C3116-ADEC-3514-E257-A1992FD400E9}" dt="2023-02-27T17:47:10.048" v="177" actId="20577"/>
          <ac:spMkLst>
            <pc:docMk/>
            <pc:sldMk cId="3709983431" sldId="263"/>
            <ac:spMk id="16386" creationId="{59E4CD21-AAD2-129B-D067-C3B9B98C17D5}"/>
          </ac:spMkLst>
        </pc:spChg>
      </pc:sldChg>
      <pc:sldChg chg="modSp add replId">
        <pc:chgData name="Gobade Shantanu Sharad" userId="S::shantanusgit121@gst.sies.edu.in::2d8c91f7-670d-405a-a247-f6e88679dc81" providerId="AD" clId="Web-{8F6C3116-ADEC-3514-E257-A1992FD400E9}" dt="2023-02-27T17:48:17.410" v="188" actId="20577"/>
        <pc:sldMkLst>
          <pc:docMk/>
          <pc:sldMk cId="1459767099" sldId="264"/>
        </pc:sldMkLst>
        <pc:spChg chg="mod">
          <ac:chgData name="Gobade Shantanu Sharad" userId="S::shantanusgit121@gst.sies.edu.in::2d8c91f7-670d-405a-a247-f6e88679dc81" providerId="AD" clId="Web-{8F6C3116-ADEC-3514-E257-A1992FD400E9}" dt="2023-02-27T17:48:17.410" v="188" actId="20577"/>
          <ac:spMkLst>
            <pc:docMk/>
            <pc:sldMk cId="1459767099" sldId="264"/>
            <ac:spMk id="16386" creationId="{59E4CD21-AAD2-129B-D067-C3B9B98C17D5}"/>
          </ac:spMkLst>
        </pc:spChg>
      </pc:sldChg>
      <pc:sldChg chg="modSp add replId">
        <pc:chgData name="Gobade Shantanu Sharad" userId="S::shantanusgit121@gst.sies.edu.in::2d8c91f7-670d-405a-a247-f6e88679dc81" providerId="AD" clId="Web-{8F6C3116-ADEC-3514-E257-A1992FD400E9}" dt="2023-02-27T17:48:37.238" v="199" actId="20577"/>
        <pc:sldMkLst>
          <pc:docMk/>
          <pc:sldMk cId="3365872259" sldId="265"/>
        </pc:sldMkLst>
        <pc:spChg chg="mod">
          <ac:chgData name="Gobade Shantanu Sharad" userId="S::shantanusgit121@gst.sies.edu.in::2d8c91f7-670d-405a-a247-f6e88679dc81" providerId="AD" clId="Web-{8F6C3116-ADEC-3514-E257-A1992FD400E9}" dt="2023-02-27T17:48:37.238" v="199" actId="20577"/>
          <ac:spMkLst>
            <pc:docMk/>
            <pc:sldMk cId="3365872259" sldId="265"/>
            <ac:spMk id="16386" creationId="{59E4CD21-AAD2-129B-D067-C3B9B98C17D5}"/>
          </ac:spMkLst>
        </pc:spChg>
      </pc:sldChg>
      <pc:sldChg chg="modSp add replId">
        <pc:chgData name="Gobade Shantanu Sharad" userId="S::shantanusgit121@gst.sies.edu.in::2d8c91f7-670d-405a-a247-f6e88679dc81" providerId="AD" clId="Web-{8F6C3116-ADEC-3514-E257-A1992FD400E9}" dt="2023-02-27T17:49:13.709" v="208" actId="20577"/>
        <pc:sldMkLst>
          <pc:docMk/>
          <pc:sldMk cId="2268300449" sldId="266"/>
        </pc:sldMkLst>
        <pc:spChg chg="mod">
          <ac:chgData name="Gobade Shantanu Sharad" userId="S::shantanusgit121@gst.sies.edu.in::2d8c91f7-670d-405a-a247-f6e88679dc81" providerId="AD" clId="Web-{8F6C3116-ADEC-3514-E257-A1992FD400E9}" dt="2023-02-27T17:49:13.709" v="208" actId="20577"/>
          <ac:spMkLst>
            <pc:docMk/>
            <pc:sldMk cId="2268300449" sldId="266"/>
            <ac:spMk id="16386" creationId="{59E4CD21-AAD2-129B-D067-C3B9B98C17D5}"/>
          </ac:spMkLst>
        </pc:spChg>
      </pc:sldChg>
      <pc:sldChg chg="modSp add ord replId">
        <pc:chgData name="Gobade Shantanu Sharad" userId="S::shantanusgit121@gst.sies.edu.in::2d8c91f7-670d-405a-a247-f6e88679dc81" providerId="AD" clId="Web-{8F6C3116-ADEC-3514-E257-A1992FD400E9}" dt="2023-02-27T18:26:49.957" v="224" actId="20577"/>
        <pc:sldMkLst>
          <pc:docMk/>
          <pc:sldMk cId="867002713" sldId="267"/>
        </pc:sldMkLst>
        <pc:spChg chg="mod">
          <ac:chgData name="Gobade Shantanu Sharad" userId="S::shantanusgit121@gst.sies.edu.in::2d8c91f7-670d-405a-a247-f6e88679dc81" providerId="AD" clId="Web-{8F6C3116-ADEC-3514-E257-A1992FD400E9}" dt="2023-02-27T18:26:49.957" v="224" actId="20577"/>
          <ac:spMkLst>
            <pc:docMk/>
            <pc:sldMk cId="867002713" sldId="267"/>
            <ac:spMk id="3" creationId="{10B17C1D-AB5C-2FA8-1511-CC6CE97CA540}"/>
          </ac:spMkLst>
        </pc:spChg>
        <pc:spChg chg="mod">
          <ac:chgData name="Gobade Shantanu Sharad" userId="S::shantanusgit121@gst.sies.edu.in::2d8c91f7-670d-405a-a247-f6e88679dc81" providerId="AD" clId="Web-{8F6C3116-ADEC-3514-E257-A1992FD400E9}" dt="2023-02-27T18:24:14.170" v="223" actId="20577"/>
          <ac:spMkLst>
            <pc:docMk/>
            <pc:sldMk cId="867002713" sldId="267"/>
            <ac:spMk id="16386" creationId="{59E4CD21-AAD2-129B-D067-C3B9B98C17D5}"/>
          </ac:spMkLst>
        </pc:spChg>
      </pc:sldChg>
      <pc:sldChg chg="add del replId">
        <pc:chgData name="Gobade Shantanu Sharad" userId="S::shantanusgit121@gst.sies.edu.in::2d8c91f7-670d-405a-a247-f6e88679dc81" providerId="AD" clId="Web-{8F6C3116-ADEC-3514-E257-A1992FD400E9}" dt="2023-02-27T18:23:46.747" v="210"/>
        <pc:sldMkLst>
          <pc:docMk/>
          <pc:sldMk cId="2913686956" sldId="267"/>
        </pc:sldMkLst>
      </pc:sldChg>
    </pc:docChg>
  </pc:docChgLst>
  <pc:docChgLst>
    <pc:chgData name="Vinchhi Om Parsottam" userId="S::ompvit121@gst.sies.edu.in::b7cb3e49-5991-4f75-ab95-06a406ae670d" providerId="AD" clId="Web-{B573D303-CBD3-8108-ECCB-D07C21466133}"/>
    <pc:docChg chg="modSld">
      <pc:chgData name="Vinchhi Om Parsottam" userId="S::ompvit121@gst.sies.edu.in::b7cb3e49-5991-4f75-ab95-06a406ae670d" providerId="AD" clId="Web-{B573D303-CBD3-8108-ECCB-D07C21466133}" dt="2023-02-28T15:46:04.624" v="264" actId="1076"/>
      <pc:docMkLst>
        <pc:docMk/>
      </pc:docMkLst>
      <pc:sldChg chg="modSp">
        <pc:chgData name="Vinchhi Om Parsottam" userId="S::ompvit121@gst.sies.edu.in::b7cb3e49-5991-4f75-ab95-06a406ae670d" providerId="AD" clId="Web-{B573D303-CBD3-8108-ECCB-D07C21466133}" dt="2023-02-28T15:42:15.792" v="263" actId="20577"/>
        <pc:sldMkLst>
          <pc:docMk/>
          <pc:sldMk cId="3735641172" sldId="260"/>
        </pc:sldMkLst>
        <pc:spChg chg="mod">
          <ac:chgData name="Vinchhi Om Parsottam" userId="S::ompvit121@gst.sies.edu.in::b7cb3e49-5991-4f75-ab95-06a406ae670d" providerId="AD" clId="Web-{B573D303-CBD3-8108-ECCB-D07C21466133}" dt="2023-02-28T15:42:15.792" v="263" actId="20577"/>
          <ac:spMkLst>
            <pc:docMk/>
            <pc:sldMk cId="3735641172" sldId="260"/>
            <ac:spMk id="3" creationId="{10B17C1D-AB5C-2FA8-1511-CC6CE97CA540}"/>
          </ac:spMkLst>
        </pc:spChg>
      </pc:sldChg>
      <pc:sldChg chg="modSp">
        <pc:chgData name="Vinchhi Om Parsottam" userId="S::ompvit121@gst.sies.edu.in::b7cb3e49-5991-4f75-ab95-06a406ae670d" providerId="AD" clId="Web-{B573D303-CBD3-8108-ECCB-D07C21466133}" dt="2023-02-28T15:24:55.227" v="109" actId="20577"/>
        <pc:sldMkLst>
          <pc:docMk/>
          <pc:sldMk cId="2853775755" sldId="261"/>
        </pc:sldMkLst>
        <pc:spChg chg="mod">
          <ac:chgData name="Vinchhi Om Parsottam" userId="S::ompvit121@gst.sies.edu.in::b7cb3e49-5991-4f75-ab95-06a406ae670d" providerId="AD" clId="Web-{B573D303-CBD3-8108-ECCB-D07C21466133}" dt="2023-02-28T15:24:55.227" v="109" actId="20577"/>
          <ac:spMkLst>
            <pc:docMk/>
            <pc:sldMk cId="2853775755" sldId="261"/>
            <ac:spMk id="3" creationId="{10B17C1D-AB5C-2FA8-1511-CC6CE97CA540}"/>
          </ac:spMkLst>
        </pc:spChg>
      </pc:sldChg>
      <pc:sldChg chg="modSp">
        <pc:chgData name="Vinchhi Om Parsottam" userId="S::ompvit121@gst.sies.edu.in::b7cb3e49-5991-4f75-ab95-06a406ae670d" providerId="AD" clId="Web-{B573D303-CBD3-8108-ECCB-D07C21466133}" dt="2023-02-28T14:43:18.315" v="18" actId="20577"/>
        <pc:sldMkLst>
          <pc:docMk/>
          <pc:sldMk cId="2998624892" sldId="262"/>
        </pc:sldMkLst>
        <pc:spChg chg="mod">
          <ac:chgData name="Vinchhi Om Parsottam" userId="S::ompvit121@gst.sies.edu.in::b7cb3e49-5991-4f75-ab95-06a406ae670d" providerId="AD" clId="Web-{B573D303-CBD3-8108-ECCB-D07C21466133}" dt="2023-02-28T14:43:18.315" v="18" actId="20577"/>
          <ac:spMkLst>
            <pc:docMk/>
            <pc:sldMk cId="2998624892" sldId="262"/>
            <ac:spMk id="3" creationId="{10B17C1D-AB5C-2FA8-1511-CC6CE97CA540}"/>
          </ac:spMkLst>
        </pc:spChg>
      </pc:sldChg>
      <pc:sldChg chg="modSp">
        <pc:chgData name="Vinchhi Om Parsottam" userId="S::ompvit121@gst.sies.edu.in::b7cb3e49-5991-4f75-ab95-06a406ae670d" providerId="AD" clId="Web-{B573D303-CBD3-8108-ECCB-D07C21466133}" dt="2023-02-28T15:46:04.624" v="264" actId="1076"/>
        <pc:sldMkLst>
          <pc:docMk/>
          <pc:sldMk cId="283953634" sldId="271"/>
        </pc:sldMkLst>
        <pc:spChg chg="mod">
          <ac:chgData name="Vinchhi Om Parsottam" userId="S::ompvit121@gst.sies.edu.in::b7cb3e49-5991-4f75-ab95-06a406ae670d" providerId="AD" clId="Web-{B573D303-CBD3-8108-ECCB-D07C21466133}" dt="2023-02-28T15:46:04.624" v="264" actId="1076"/>
          <ac:spMkLst>
            <pc:docMk/>
            <pc:sldMk cId="283953634" sldId="271"/>
            <ac:spMk id="6" creationId="{B283D3F9-002C-14E1-CE4A-E72B14BD421E}"/>
          </ac:spMkLst>
        </pc:spChg>
      </pc:sldChg>
    </pc:docChg>
  </pc:docChgLst>
  <pc:docChgLst>
    <pc:chgData name="Gobade Shantanu Sharad" userId="2d8c91f7-670d-405a-a247-f6e88679dc81" providerId="ADAL" clId="{6341A6F6-97B9-4CF6-90FA-0BC33C534BE0}"/>
    <pc:docChg chg="undo redo custSel addSld delSld modSld">
      <pc:chgData name="Gobade Shantanu Sharad" userId="2d8c91f7-670d-405a-a247-f6e88679dc81" providerId="ADAL" clId="{6341A6F6-97B9-4CF6-90FA-0BC33C534BE0}" dt="2023-03-12T15:53:30.676" v="1675" actId="20577"/>
      <pc:docMkLst>
        <pc:docMk/>
      </pc:docMkLst>
      <pc:sldChg chg="modSp mod setBg">
        <pc:chgData name="Gobade Shantanu Sharad" userId="2d8c91f7-670d-405a-a247-f6e88679dc81" providerId="ADAL" clId="{6341A6F6-97B9-4CF6-90FA-0BC33C534BE0}" dt="2023-02-28T16:42:19.205" v="1177" actId="20577"/>
        <pc:sldMkLst>
          <pc:docMk/>
          <pc:sldMk cId="0" sldId="256"/>
        </pc:sldMkLst>
        <pc:spChg chg="mod">
          <ac:chgData name="Gobade Shantanu Sharad" userId="2d8c91f7-670d-405a-a247-f6e88679dc81" providerId="ADAL" clId="{6341A6F6-97B9-4CF6-90FA-0BC33C534BE0}" dt="2023-02-28T16:42:19.205" v="1177" actId="20577"/>
          <ac:spMkLst>
            <pc:docMk/>
            <pc:sldMk cId="0" sldId="256"/>
            <ac:spMk id="14338" creationId="{E8DC4D8A-9CFD-0D5C-9A8C-B2310209555A}"/>
          </ac:spMkLst>
        </pc:spChg>
        <pc:spChg chg="mod">
          <ac:chgData name="Gobade Shantanu Sharad" userId="2d8c91f7-670d-405a-a247-f6e88679dc81" providerId="ADAL" clId="{6341A6F6-97B9-4CF6-90FA-0BC33C534BE0}" dt="2023-02-28T16:42:07.179" v="1176" actId="20577"/>
          <ac:spMkLst>
            <pc:docMk/>
            <pc:sldMk cId="0" sldId="256"/>
            <ac:spMk id="14339" creationId="{4A04F3F7-A187-BD4D-A28C-C86E5E17292D}"/>
          </ac:spMkLst>
        </pc:spChg>
      </pc:sldChg>
      <pc:sldChg chg="modSp mod">
        <pc:chgData name="Gobade Shantanu Sharad" userId="2d8c91f7-670d-405a-a247-f6e88679dc81" providerId="ADAL" clId="{6341A6F6-97B9-4CF6-90FA-0BC33C534BE0}" dt="2023-02-28T17:42:10.785" v="1297" actId="20577"/>
        <pc:sldMkLst>
          <pc:docMk/>
          <pc:sldMk cId="0" sldId="258"/>
        </pc:sldMkLst>
        <pc:spChg chg="mod">
          <ac:chgData name="Gobade Shantanu Sharad" userId="2d8c91f7-670d-405a-a247-f6e88679dc81" providerId="ADAL" clId="{6341A6F6-97B9-4CF6-90FA-0BC33C534BE0}" dt="2023-02-27T18:38:04.543" v="63"/>
          <ac:spMkLst>
            <pc:docMk/>
            <pc:sldMk cId="0" sldId="258"/>
            <ac:spMk id="8" creationId="{8D1441F3-B428-7E52-61D4-4862DBEF66B0}"/>
          </ac:spMkLst>
        </pc:spChg>
        <pc:graphicFrameChg chg="mod modGraphic">
          <ac:chgData name="Gobade Shantanu Sharad" userId="2d8c91f7-670d-405a-a247-f6e88679dc81" providerId="ADAL" clId="{6341A6F6-97B9-4CF6-90FA-0BC33C534BE0}" dt="2023-02-28T17:42:10.785" v="1297" actId="20577"/>
          <ac:graphicFrameMkLst>
            <pc:docMk/>
            <pc:sldMk cId="0" sldId="258"/>
            <ac:graphicFrameMk id="6" creationId="{2A343C58-0824-CC9A-A704-1325C2A8D982}"/>
          </ac:graphicFrameMkLst>
        </pc:graphicFrameChg>
      </pc:sldChg>
      <pc:sldChg chg="modSp mod">
        <pc:chgData name="Gobade Shantanu Sharad" userId="2d8c91f7-670d-405a-a247-f6e88679dc81" providerId="ADAL" clId="{6341A6F6-97B9-4CF6-90FA-0BC33C534BE0}" dt="2023-03-01T04:48:18.578" v="1590" actId="20577"/>
        <pc:sldMkLst>
          <pc:docMk/>
          <pc:sldMk cId="0" sldId="259"/>
        </pc:sldMkLst>
        <pc:spChg chg="mod">
          <ac:chgData name="Gobade Shantanu Sharad" userId="2d8c91f7-670d-405a-a247-f6e88679dc81" providerId="ADAL" clId="{6341A6F6-97B9-4CF6-90FA-0BC33C534BE0}" dt="2023-02-27T18:37:40.725" v="61" actId="20577"/>
          <ac:spMkLst>
            <pc:docMk/>
            <pc:sldMk cId="0" sldId="259"/>
            <ac:spMk id="12" creationId="{BECEE981-8CC8-E229-6010-463723291FC3}"/>
          </ac:spMkLst>
        </pc:spChg>
        <pc:spChg chg="mod">
          <ac:chgData name="Gobade Shantanu Sharad" userId="2d8c91f7-670d-405a-a247-f6e88679dc81" providerId="ADAL" clId="{6341A6F6-97B9-4CF6-90FA-0BC33C534BE0}" dt="2023-03-01T04:48:18.578" v="1590" actId="20577"/>
          <ac:spMkLst>
            <pc:docMk/>
            <pc:sldMk cId="0" sldId="259"/>
            <ac:spMk id="15363" creationId="{569B828E-5B26-D510-6671-5AB2BB593241}"/>
          </ac:spMkLst>
        </pc:spChg>
      </pc:sldChg>
      <pc:sldChg chg="modSp mod">
        <pc:chgData name="Gobade Shantanu Sharad" userId="2d8c91f7-670d-405a-a247-f6e88679dc81" providerId="ADAL" clId="{6341A6F6-97B9-4CF6-90FA-0BC33C534BE0}" dt="2023-02-27T18:38:10.594" v="64"/>
        <pc:sldMkLst>
          <pc:docMk/>
          <pc:sldMk cId="3735641172" sldId="260"/>
        </pc:sldMkLst>
        <pc:spChg chg="mod">
          <ac:chgData name="Gobade Shantanu Sharad" userId="2d8c91f7-670d-405a-a247-f6e88679dc81" providerId="ADAL" clId="{6341A6F6-97B9-4CF6-90FA-0BC33C534BE0}" dt="2023-02-27T18:38:10.594" v="64"/>
          <ac:spMkLst>
            <pc:docMk/>
            <pc:sldMk cId="3735641172" sldId="260"/>
            <ac:spMk id="8" creationId="{8D1441F3-B428-7E52-61D4-4862DBEF66B0}"/>
          </ac:spMkLst>
        </pc:spChg>
      </pc:sldChg>
      <pc:sldChg chg="modSp mod">
        <pc:chgData name="Gobade Shantanu Sharad" userId="2d8c91f7-670d-405a-a247-f6e88679dc81" providerId="ADAL" clId="{6341A6F6-97B9-4CF6-90FA-0BC33C534BE0}" dt="2023-03-01T03:41:16.818" v="1339" actId="20577"/>
        <pc:sldMkLst>
          <pc:docMk/>
          <pc:sldMk cId="2853775755" sldId="261"/>
        </pc:sldMkLst>
        <pc:spChg chg="mod">
          <ac:chgData name="Gobade Shantanu Sharad" userId="2d8c91f7-670d-405a-a247-f6e88679dc81" providerId="ADAL" clId="{6341A6F6-97B9-4CF6-90FA-0BC33C534BE0}" dt="2023-02-28T15:21:29.081" v="610" actId="20577"/>
          <ac:spMkLst>
            <pc:docMk/>
            <pc:sldMk cId="2853775755" sldId="261"/>
            <ac:spMk id="3" creationId="{10B17C1D-AB5C-2FA8-1511-CC6CE97CA540}"/>
          </ac:spMkLst>
        </pc:spChg>
        <pc:spChg chg="mod">
          <ac:chgData name="Gobade Shantanu Sharad" userId="2d8c91f7-670d-405a-a247-f6e88679dc81" providerId="ADAL" clId="{6341A6F6-97B9-4CF6-90FA-0BC33C534BE0}" dt="2023-02-27T18:38:16.530" v="65"/>
          <ac:spMkLst>
            <pc:docMk/>
            <pc:sldMk cId="2853775755" sldId="261"/>
            <ac:spMk id="8" creationId="{8D1441F3-B428-7E52-61D4-4862DBEF66B0}"/>
          </ac:spMkLst>
        </pc:spChg>
        <pc:spChg chg="mod">
          <ac:chgData name="Gobade Shantanu Sharad" userId="2d8c91f7-670d-405a-a247-f6e88679dc81" providerId="ADAL" clId="{6341A6F6-97B9-4CF6-90FA-0BC33C534BE0}" dt="2023-03-01T03:41:16.818" v="1339" actId="20577"/>
          <ac:spMkLst>
            <pc:docMk/>
            <pc:sldMk cId="2853775755" sldId="261"/>
            <ac:spMk id="16386" creationId="{59E4CD21-AAD2-129B-D067-C3B9B98C17D5}"/>
          </ac:spMkLst>
        </pc:spChg>
      </pc:sldChg>
      <pc:sldChg chg="modSp mod">
        <pc:chgData name="Gobade Shantanu Sharad" userId="2d8c91f7-670d-405a-a247-f6e88679dc81" providerId="ADAL" clId="{6341A6F6-97B9-4CF6-90FA-0BC33C534BE0}" dt="2023-02-28T17:31:30.078" v="1228" actId="2711"/>
        <pc:sldMkLst>
          <pc:docMk/>
          <pc:sldMk cId="2998624892" sldId="262"/>
        </pc:sldMkLst>
        <pc:spChg chg="mod">
          <ac:chgData name="Gobade Shantanu Sharad" userId="2d8c91f7-670d-405a-a247-f6e88679dc81" providerId="ADAL" clId="{6341A6F6-97B9-4CF6-90FA-0BC33C534BE0}" dt="2023-02-28T17:31:30.078" v="1228" actId="2711"/>
          <ac:spMkLst>
            <pc:docMk/>
            <pc:sldMk cId="2998624892" sldId="262"/>
            <ac:spMk id="3" creationId="{10B17C1D-AB5C-2FA8-1511-CC6CE97CA540}"/>
          </ac:spMkLst>
        </pc:spChg>
        <pc:spChg chg="mod">
          <ac:chgData name="Gobade Shantanu Sharad" userId="2d8c91f7-670d-405a-a247-f6e88679dc81" providerId="ADAL" clId="{6341A6F6-97B9-4CF6-90FA-0BC33C534BE0}" dt="2023-02-27T18:38:22.204" v="66"/>
          <ac:spMkLst>
            <pc:docMk/>
            <pc:sldMk cId="2998624892" sldId="262"/>
            <ac:spMk id="8" creationId="{8D1441F3-B428-7E52-61D4-4862DBEF66B0}"/>
          </ac:spMkLst>
        </pc:spChg>
      </pc:sldChg>
      <pc:sldChg chg="addSp delSp modSp mod modClrScheme chgLayout">
        <pc:chgData name="Gobade Shantanu Sharad" userId="2d8c91f7-670d-405a-a247-f6e88679dc81" providerId="ADAL" clId="{6341A6F6-97B9-4CF6-90FA-0BC33C534BE0}" dt="2023-03-12T15:52:57.536" v="1674" actId="20577"/>
        <pc:sldMkLst>
          <pc:docMk/>
          <pc:sldMk cId="3709983431" sldId="263"/>
        </pc:sldMkLst>
        <pc:spChg chg="add mod ord">
          <ac:chgData name="Gobade Shantanu Sharad" userId="2d8c91f7-670d-405a-a247-f6e88679dc81" providerId="ADAL" clId="{6341A6F6-97B9-4CF6-90FA-0BC33C534BE0}" dt="2023-03-12T15:52:57.536" v="1674" actId="20577"/>
          <ac:spMkLst>
            <pc:docMk/>
            <pc:sldMk cId="3709983431" sldId="263"/>
            <ac:spMk id="2" creationId="{3DF31BEF-5E75-BFE3-BB0E-68462AF3627A}"/>
          </ac:spMkLst>
        </pc:spChg>
        <pc:spChg chg="del mod ord">
          <ac:chgData name="Gobade Shantanu Sharad" userId="2d8c91f7-670d-405a-a247-f6e88679dc81" providerId="ADAL" clId="{6341A6F6-97B9-4CF6-90FA-0BC33C534BE0}" dt="2023-02-27T18:54:04.018" v="92" actId="700"/>
          <ac:spMkLst>
            <pc:docMk/>
            <pc:sldMk cId="3709983431" sldId="263"/>
            <ac:spMk id="3" creationId="{10B17C1D-AB5C-2FA8-1511-CC6CE97CA540}"/>
          </ac:spMkLst>
        </pc:spChg>
        <pc:spChg chg="add mod ord">
          <ac:chgData name="Gobade Shantanu Sharad" userId="2d8c91f7-670d-405a-a247-f6e88679dc81" providerId="ADAL" clId="{6341A6F6-97B9-4CF6-90FA-0BC33C534BE0}" dt="2023-03-12T15:50:54.291" v="1625" actId="20577"/>
          <ac:spMkLst>
            <pc:docMk/>
            <pc:sldMk cId="3709983431" sldId="263"/>
            <ac:spMk id="4" creationId="{000C3FDB-61AC-03B7-AD26-5C030A3E8814}"/>
          </ac:spMkLst>
        </pc:spChg>
        <pc:spChg chg="mod ord">
          <ac:chgData name="Gobade Shantanu Sharad" userId="2d8c91f7-670d-405a-a247-f6e88679dc81" providerId="ADAL" clId="{6341A6F6-97B9-4CF6-90FA-0BC33C534BE0}" dt="2023-02-27T18:54:04.018" v="92" actId="700"/>
          <ac:spMkLst>
            <pc:docMk/>
            <pc:sldMk cId="3709983431" sldId="263"/>
            <ac:spMk id="8" creationId="{8D1441F3-B428-7E52-61D4-4862DBEF66B0}"/>
          </ac:spMkLst>
        </pc:spChg>
        <pc:spChg chg="mod ord">
          <ac:chgData name="Gobade Shantanu Sharad" userId="2d8c91f7-670d-405a-a247-f6e88679dc81" providerId="ADAL" clId="{6341A6F6-97B9-4CF6-90FA-0BC33C534BE0}" dt="2023-02-27T18:54:04.018" v="92" actId="700"/>
          <ac:spMkLst>
            <pc:docMk/>
            <pc:sldMk cId="3709983431" sldId="263"/>
            <ac:spMk id="16386" creationId="{59E4CD21-AAD2-129B-D067-C3B9B98C17D5}"/>
          </ac:spMkLst>
        </pc:spChg>
        <pc:spChg chg="mod ord">
          <ac:chgData name="Gobade Shantanu Sharad" userId="2d8c91f7-670d-405a-a247-f6e88679dc81" providerId="ADAL" clId="{6341A6F6-97B9-4CF6-90FA-0BC33C534BE0}" dt="2023-02-27T18:54:04.018" v="92" actId="700"/>
          <ac:spMkLst>
            <pc:docMk/>
            <pc:sldMk cId="3709983431" sldId="263"/>
            <ac:spMk id="16409" creationId="{A40B482B-2669-AA6D-572C-62418ABC726A}"/>
          </ac:spMkLst>
        </pc:spChg>
      </pc:sldChg>
      <pc:sldChg chg="addSp delSp modSp mod">
        <pc:chgData name="Gobade Shantanu Sharad" userId="2d8c91f7-670d-405a-a247-f6e88679dc81" providerId="ADAL" clId="{6341A6F6-97B9-4CF6-90FA-0BC33C534BE0}" dt="2023-02-27T18:53:18.160" v="91" actId="1076"/>
        <pc:sldMkLst>
          <pc:docMk/>
          <pc:sldMk cId="1459767099" sldId="264"/>
        </pc:sldMkLst>
        <pc:spChg chg="add del mod">
          <ac:chgData name="Gobade Shantanu Sharad" userId="2d8c91f7-670d-405a-a247-f6e88679dc81" providerId="ADAL" clId="{6341A6F6-97B9-4CF6-90FA-0BC33C534BE0}" dt="2023-02-27T18:49:25.206" v="74"/>
          <ac:spMkLst>
            <pc:docMk/>
            <pc:sldMk cId="1459767099" sldId="264"/>
            <ac:spMk id="2" creationId="{AED6322C-98E6-E86D-F50B-F272459E083B}"/>
          </ac:spMkLst>
        </pc:spChg>
        <pc:spChg chg="del">
          <ac:chgData name="Gobade Shantanu Sharad" userId="2d8c91f7-670d-405a-a247-f6e88679dc81" providerId="ADAL" clId="{6341A6F6-97B9-4CF6-90FA-0BC33C534BE0}" dt="2023-02-27T18:40:34.156" v="71"/>
          <ac:spMkLst>
            <pc:docMk/>
            <pc:sldMk cId="1459767099" sldId="264"/>
            <ac:spMk id="3" creationId="{10B17C1D-AB5C-2FA8-1511-CC6CE97CA540}"/>
          </ac:spMkLst>
        </pc:spChg>
        <pc:spChg chg="add del mod">
          <ac:chgData name="Gobade Shantanu Sharad" userId="2d8c91f7-670d-405a-a247-f6e88679dc81" providerId="ADAL" clId="{6341A6F6-97B9-4CF6-90FA-0BC33C534BE0}" dt="2023-02-27T18:52:38.471" v="79" actId="478"/>
          <ac:spMkLst>
            <pc:docMk/>
            <pc:sldMk cId="1459767099" sldId="264"/>
            <ac:spMk id="6" creationId="{53E5913B-1592-4FBD-D161-B8DD68612145}"/>
          </ac:spMkLst>
        </pc:spChg>
        <pc:spChg chg="add del mod">
          <ac:chgData name="Gobade Shantanu Sharad" userId="2d8c91f7-670d-405a-a247-f6e88679dc81" providerId="ADAL" clId="{6341A6F6-97B9-4CF6-90FA-0BC33C534BE0}" dt="2023-02-27T18:52:43.924" v="83"/>
          <ac:spMkLst>
            <pc:docMk/>
            <pc:sldMk cId="1459767099" sldId="264"/>
            <ac:spMk id="7" creationId="{F6CC3ACA-43FE-8581-0EB9-640351EF502F}"/>
          </ac:spMkLst>
        </pc:spChg>
        <pc:spChg chg="mod">
          <ac:chgData name="Gobade Shantanu Sharad" userId="2d8c91f7-670d-405a-a247-f6e88679dc81" providerId="ADAL" clId="{6341A6F6-97B9-4CF6-90FA-0BC33C534BE0}" dt="2023-02-27T18:38:31.550" v="68"/>
          <ac:spMkLst>
            <pc:docMk/>
            <pc:sldMk cId="1459767099" sldId="264"/>
            <ac:spMk id="8" creationId="{8D1441F3-B428-7E52-61D4-4862DBEF66B0}"/>
          </ac:spMkLst>
        </pc:spChg>
        <pc:picChg chg="add del mod">
          <ac:chgData name="Gobade Shantanu Sharad" userId="2d8c91f7-670d-405a-a247-f6e88679dc81" providerId="ADAL" clId="{6341A6F6-97B9-4CF6-90FA-0BC33C534BE0}" dt="2023-02-27T18:52:39.228" v="81"/>
          <ac:picMkLst>
            <pc:docMk/>
            <pc:sldMk cId="1459767099" sldId="264"/>
            <ac:picMk id="5" creationId="{6F5D9B07-470F-6354-5771-0FFC8BE8767D}"/>
          </ac:picMkLst>
        </pc:picChg>
        <pc:picChg chg="add mod">
          <ac:chgData name="Gobade Shantanu Sharad" userId="2d8c91f7-670d-405a-a247-f6e88679dc81" providerId="ADAL" clId="{6341A6F6-97B9-4CF6-90FA-0BC33C534BE0}" dt="2023-02-27T18:53:18.160" v="91" actId="1076"/>
          <ac:picMkLst>
            <pc:docMk/>
            <pc:sldMk cId="1459767099" sldId="264"/>
            <ac:picMk id="10" creationId="{12695F51-513F-FE00-40B8-6B14951E62BE}"/>
          </ac:picMkLst>
        </pc:picChg>
        <pc:picChg chg="add del mod">
          <ac:chgData name="Gobade Shantanu Sharad" userId="2d8c91f7-670d-405a-a247-f6e88679dc81" providerId="ADAL" clId="{6341A6F6-97B9-4CF6-90FA-0BC33C534BE0}" dt="2023-02-27T18:41:14.766" v="73" actId="21"/>
          <ac:picMkLst>
            <pc:docMk/>
            <pc:sldMk cId="1459767099" sldId="264"/>
            <ac:picMk id="1026" creationId="{B2302FC7-48B4-7F07-8491-D8F66836D64C}"/>
          </ac:picMkLst>
        </pc:picChg>
        <pc:picChg chg="add del mod">
          <ac:chgData name="Gobade Shantanu Sharad" userId="2d8c91f7-670d-405a-a247-f6e88679dc81" providerId="ADAL" clId="{6341A6F6-97B9-4CF6-90FA-0BC33C534BE0}" dt="2023-02-27T18:52:42.043" v="82" actId="478"/>
          <ac:picMkLst>
            <pc:docMk/>
            <pc:sldMk cId="1459767099" sldId="264"/>
            <ac:picMk id="1028" creationId="{983E8A11-F316-E3DA-FE17-DA289E24F607}"/>
          </ac:picMkLst>
        </pc:picChg>
      </pc:sldChg>
      <pc:sldChg chg="modSp mod">
        <pc:chgData name="Gobade Shantanu Sharad" userId="2d8c91f7-670d-405a-a247-f6e88679dc81" providerId="ADAL" clId="{6341A6F6-97B9-4CF6-90FA-0BC33C534BE0}" dt="2023-03-01T04:34:04.412" v="1511" actId="20577"/>
        <pc:sldMkLst>
          <pc:docMk/>
          <pc:sldMk cId="3365872259" sldId="265"/>
        </pc:sldMkLst>
        <pc:spChg chg="mod">
          <ac:chgData name="Gobade Shantanu Sharad" userId="2d8c91f7-670d-405a-a247-f6e88679dc81" providerId="ADAL" clId="{6341A6F6-97B9-4CF6-90FA-0BC33C534BE0}" dt="2023-03-01T04:34:04.412" v="1511" actId="20577"/>
          <ac:spMkLst>
            <pc:docMk/>
            <pc:sldMk cId="3365872259" sldId="265"/>
            <ac:spMk id="3" creationId="{10B17C1D-AB5C-2FA8-1511-CC6CE97CA540}"/>
          </ac:spMkLst>
        </pc:spChg>
        <pc:spChg chg="mod">
          <ac:chgData name="Gobade Shantanu Sharad" userId="2d8c91f7-670d-405a-a247-f6e88679dc81" providerId="ADAL" clId="{6341A6F6-97B9-4CF6-90FA-0BC33C534BE0}" dt="2023-02-27T18:38:47.669" v="69"/>
          <ac:spMkLst>
            <pc:docMk/>
            <pc:sldMk cId="3365872259" sldId="265"/>
            <ac:spMk id="8" creationId="{8D1441F3-B428-7E52-61D4-4862DBEF66B0}"/>
          </ac:spMkLst>
        </pc:spChg>
      </pc:sldChg>
      <pc:sldChg chg="modSp del mod">
        <pc:chgData name="Gobade Shantanu Sharad" userId="2d8c91f7-670d-405a-a247-f6e88679dc81" providerId="ADAL" clId="{6341A6F6-97B9-4CF6-90FA-0BC33C534BE0}" dt="2023-02-28T17:23:39.032" v="1191" actId="47"/>
        <pc:sldMkLst>
          <pc:docMk/>
          <pc:sldMk cId="2268300449" sldId="266"/>
        </pc:sldMkLst>
        <pc:spChg chg="mod">
          <ac:chgData name="Gobade Shantanu Sharad" userId="2d8c91f7-670d-405a-a247-f6e88679dc81" providerId="ADAL" clId="{6341A6F6-97B9-4CF6-90FA-0BC33C534BE0}" dt="2023-02-28T17:22:54.417" v="1183" actId="21"/>
          <ac:spMkLst>
            <pc:docMk/>
            <pc:sldMk cId="2268300449" sldId="266"/>
            <ac:spMk id="3" creationId="{10B17C1D-AB5C-2FA8-1511-CC6CE97CA540}"/>
          </ac:spMkLst>
        </pc:spChg>
        <pc:spChg chg="mod">
          <ac:chgData name="Gobade Shantanu Sharad" userId="2d8c91f7-670d-405a-a247-f6e88679dc81" providerId="ADAL" clId="{6341A6F6-97B9-4CF6-90FA-0BC33C534BE0}" dt="2023-02-27T18:38:52.403" v="70"/>
          <ac:spMkLst>
            <pc:docMk/>
            <pc:sldMk cId="2268300449" sldId="266"/>
            <ac:spMk id="8" creationId="{8D1441F3-B428-7E52-61D4-4862DBEF66B0}"/>
          </ac:spMkLst>
        </pc:spChg>
        <pc:spChg chg="mod">
          <ac:chgData name="Gobade Shantanu Sharad" userId="2d8c91f7-670d-405a-a247-f6e88679dc81" providerId="ADAL" clId="{6341A6F6-97B9-4CF6-90FA-0BC33C534BE0}" dt="2023-02-27T19:06:18.165" v="248" actId="20577"/>
          <ac:spMkLst>
            <pc:docMk/>
            <pc:sldMk cId="2268300449" sldId="266"/>
            <ac:spMk id="16386" creationId="{59E4CD21-AAD2-129B-D067-C3B9B98C17D5}"/>
          </ac:spMkLst>
        </pc:spChg>
      </pc:sldChg>
      <pc:sldChg chg="modSp mod">
        <pc:chgData name="Gobade Shantanu Sharad" userId="2d8c91f7-670d-405a-a247-f6e88679dc81" providerId="ADAL" clId="{6341A6F6-97B9-4CF6-90FA-0BC33C534BE0}" dt="2023-02-28T17:45:25.548" v="1312" actId="20577"/>
        <pc:sldMkLst>
          <pc:docMk/>
          <pc:sldMk cId="867002713" sldId="267"/>
        </pc:sldMkLst>
        <pc:spChg chg="mod">
          <ac:chgData name="Gobade Shantanu Sharad" userId="2d8c91f7-670d-405a-a247-f6e88679dc81" providerId="ADAL" clId="{6341A6F6-97B9-4CF6-90FA-0BC33C534BE0}" dt="2023-02-28T17:45:25.548" v="1312" actId="20577"/>
          <ac:spMkLst>
            <pc:docMk/>
            <pc:sldMk cId="867002713" sldId="267"/>
            <ac:spMk id="3" creationId="{10B17C1D-AB5C-2FA8-1511-CC6CE97CA540}"/>
          </ac:spMkLst>
        </pc:spChg>
        <pc:spChg chg="mod">
          <ac:chgData name="Gobade Shantanu Sharad" userId="2d8c91f7-670d-405a-a247-f6e88679dc81" providerId="ADAL" clId="{6341A6F6-97B9-4CF6-90FA-0BC33C534BE0}" dt="2023-02-27T18:37:55.968" v="62"/>
          <ac:spMkLst>
            <pc:docMk/>
            <pc:sldMk cId="867002713" sldId="267"/>
            <ac:spMk id="8" creationId="{8D1441F3-B428-7E52-61D4-4862DBEF66B0}"/>
          </ac:spMkLst>
        </pc:spChg>
      </pc:sldChg>
      <pc:sldChg chg="modSp add mod">
        <pc:chgData name="Gobade Shantanu Sharad" userId="2d8c91f7-670d-405a-a247-f6e88679dc81" providerId="ADAL" clId="{6341A6F6-97B9-4CF6-90FA-0BC33C534BE0}" dt="2023-02-28T17:34:34.761" v="1268" actId="313"/>
        <pc:sldMkLst>
          <pc:docMk/>
          <pc:sldMk cId="2681541524" sldId="268"/>
        </pc:sldMkLst>
        <pc:spChg chg="mod">
          <ac:chgData name="Gobade Shantanu Sharad" userId="2d8c91f7-670d-405a-a247-f6e88679dc81" providerId="ADAL" clId="{6341A6F6-97B9-4CF6-90FA-0BC33C534BE0}" dt="2023-02-28T17:34:34.761" v="1268" actId="313"/>
          <ac:spMkLst>
            <pc:docMk/>
            <pc:sldMk cId="2681541524" sldId="268"/>
            <ac:spMk id="3" creationId="{10B17C1D-AB5C-2FA8-1511-CC6CE97CA540}"/>
          </ac:spMkLst>
        </pc:spChg>
      </pc:sldChg>
      <pc:sldChg chg="modSp add mod">
        <pc:chgData name="Gobade Shantanu Sharad" userId="2d8c91f7-670d-405a-a247-f6e88679dc81" providerId="ADAL" clId="{6341A6F6-97B9-4CF6-90FA-0BC33C534BE0}" dt="2023-03-01T03:56:20.524" v="1391" actId="20577"/>
        <pc:sldMkLst>
          <pc:docMk/>
          <pc:sldMk cId="4290614649" sldId="269"/>
        </pc:sldMkLst>
        <pc:graphicFrameChg chg="mod modGraphic">
          <ac:chgData name="Gobade Shantanu Sharad" userId="2d8c91f7-670d-405a-a247-f6e88679dc81" providerId="ADAL" clId="{6341A6F6-97B9-4CF6-90FA-0BC33C534BE0}" dt="2023-03-01T03:56:20.524" v="1391" actId="20577"/>
          <ac:graphicFrameMkLst>
            <pc:docMk/>
            <pc:sldMk cId="4290614649" sldId="269"/>
            <ac:graphicFrameMk id="6" creationId="{2A343C58-0824-CC9A-A704-1325C2A8D982}"/>
          </ac:graphicFrameMkLst>
        </pc:graphicFrameChg>
      </pc:sldChg>
      <pc:sldChg chg="modSp add mod">
        <pc:chgData name="Gobade Shantanu Sharad" userId="2d8c91f7-670d-405a-a247-f6e88679dc81" providerId="ADAL" clId="{6341A6F6-97B9-4CF6-90FA-0BC33C534BE0}" dt="2023-02-28T15:26:37.719" v="663"/>
        <pc:sldMkLst>
          <pc:docMk/>
          <pc:sldMk cId="1807044961" sldId="270"/>
        </pc:sldMkLst>
        <pc:spChg chg="mod">
          <ac:chgData name="Gobade Shantanu Sharad" userId="2d8c91f7-670d-405a-a247-f6e88679dc81" providerId="ADAL" clId="{6341A6F6-97B9-4CF6-90FA-0BC33C534BE0}" dt="2023-02-28T15:26:37.719" v="663"/>
          <ac:spMkLst>
            <pc:docMk/>
            <pc:sldMk cId="1807044961" sldId="270"/>
            <ac:spMk id="3" creationId="{10B17C1D-AB5C-2FA8-1511-CC6CE97CA540}"/>
          </ac:spMkLst>
        </pc:spChg>
      </pc:sldChg>
      <pc:sldChg chg="addSp delSp modSp new mod setBg modClrScheme chgLayout">
        <pc:chgData name="Gobade Shantanu Sharad" userId="2d8c91f7-670d-405a-a247-f6e88679dc81" providerId="ADAL" clId="{6341A6F6-97B9-4CF6-90FA-0BC33C534BE0}" dt="2023-02-28T15:36:41.426" v="1035" actId="207"/>
        <pc:sldMkLst>
          <pc:docMk/>
          <pc:sldMk cId="283953634" sldId="271"/>
        </pc:sldMkLst>
        <pc:spChg chg="del">
          <ac:chgData name="Gobade Shantanu Sharad" userId="2d8c91f7-670d-405a-a247-f6e88679dc81" providerId="ADAL" clId="{6341A6F6-97B9-4CF6-90FA-0BC33C534BE0}" dt="2023-02-28T15:27:51.435" v="676" actId="700"/>
          <ac:spMkLst>
            <pc:docMk/>
            <pc:sldMk cId="283953634" sldId="271"/>
            <ac:spMk id="2" creationId="{87AB5A93-5622-1372-2BD7-8B13AF843370}"/>
          </ac:spMkLst>
        </pc:spChg>
        <pc:spChg chg="del mod ord">
          <ac:chgData name="Gobade Shantanu Sharad" userId="2d8c91f7-670d-405a-a247-f6e88679dc81" providerId="ADAL" clId="{6341A6F6-97B9-4CF6-90FA-0BC33C534BE0}" dt="2023-02-28T15:30:07.712" v="683" actId="21"/>
          <ac:spMkLst>
            <pc:docMk/>
            <pc:sldMk cId="283953634" sldId="271"/>
            <ac:spMk id="3" creationId="{BB5B2BF0-DB69-E83A-20CC-40F2ACD911C0}"/>
          </ac:spMkLst>
        </pc:spChg>
        <pc:spChg chg="mod ord">
          <ac:chgData name="Gobade Shantanu Sharad" userId="2d8c91f7-670d-405a-a247-f6e88679dc81" providerId="ADAL" clId="{6341A6F6-97B9-4CF6-90FA-0BC33C534BE0}" dt="2023-02-28T15:32:28.607" v="735" actId="20577"/>
          <ac:spMkLst>
            <pc:docMk/>
            <pc:sldMk cId="283953634" sldId="271"/>
            <ac:spMk id="4" creationId="{C79C3302-3DF1-AE6A-0164-D81E39DA7B23}"/>
          </ac:spMkLst>
        </pc:spChg>
        <pc:spChg chg="mod ord">
          <ac:chgData name="Gobade Shantanu Sharad" userId="2d8c91f7-670d-405a-a247-f6e88679dc81" providerId="ADAL" clId="{6341A6F6-97B9-4CF6-90FA-0BC33C534BE0}" dt="2023-02-28T15:27:51.435" v="676" actId="700"/>
          <ac:spMkLst>
            <pc:docMk/>
            <pc:sldMk cId="283953634" sldId="271"/>
            <ac:spMk id="5" creationId="{F44FD0F9-ED4B-3D70-3C96-55929356686E}"/>
          </ac:spMkLst>
        </pc:spChg>
        <pc:spChg chg="add mod">
          <ac:chgData name="Gobade Shantanu Sharad" userId="2d8c91f7-670d-405a-a247-f6e88679dc81" providerId="ADAL" clId="{6341A6F6-97B9-4CF6-90FA-0BC33C534BE0}" dt="2023-02-28T15:36:41.426" v="1035" actId="207"/>
          <ac:spMkLst>
            <pc:docMk/>
            <pc:sldMk cId="283953634" sldId="271"/>
            <ac:spMk id="6" creationId="{B283D3F9-002C-14E1-CE4A-E72B14BD421E}"/>
          </ac:spMkLst>
        </pc:spChg>
      </pc:sldChg>
      <pc:sldChg chg="modSp add mod">
        <pc:chgData name="Gobade Shantanu Sharad" userId="2d8c91f7-670d-405a-a247-f6e88679dc81" providerId="ADAL" clId="{6341A6F6-97B9-4CF6-90FA-0BC33C534BE0}" dt="2023-03-12T15:53:30.676" v="1675" actId="20577"/>
        <pc:sldMkLst>
          <pc:docMk/>
          <pc:sldMk cId="1557799731" sldId="272"/>
        </pc:sldMkLst>
        <pc:spChg chg="mod">
          <ac:chgData name="Gobade Shantanu Sharad" userId="2d8c91f7-670d-405a-a247-f6e88679dc81" providerId="ADAL" clId="{6341A6F6-97B9-4CF6-90FA-0BC33C534BE0}" dt="2023-03-12T15:53:30.676" v="1675" actId="20577"/>
          <ac:spMkLst>
            <pc:docMk/>
            <pc:sldMk cId="1557799731" sldId="272"/>
            <ac:spMk id="3" creationId="{10B17C1D-AB5C-2FA8-1511-CC6CE97CA540}"/>
          </ac:spMkLst>
        </pc:spChg>
        <pc:spChg chg="mod">
          <ac:chgData name="Gobade Shantanu Sharad" userId="2d8c91f7-670d-405a-a247-f6e88679dc81" providerId="ADAL" clId="{6341A6F6-97B9-4CF6-90FA-0BC33C534BE0}" dt="2023-03-01T03:46:15.088" v="1364" actId="20577"/>
          <ac:spMkLst>
            <pc:docMk/>
            <pc:sldMk cId="1557799731" sldId="272"/>
            <ac:spMk id="16386" creationId="{59E4CD21-AAD2-129B-D067-C3B9B98C17D5}"/>
          </ac:spMkLst>
        </pc:spChg>
      </pc:sldChg>
      <pc:sldChg chg="modSp add mod">
        <pc:chgData name="Gobade Shantanu Sharad" userId="2d8c91f7-670d-405a-a247-f6e88679dc81" providerId="ADAL" clId="{6341A6F6-97B9-4CF6-90FA-0BC33C534BE0}" dt="2023-03-01T04:07:58.626" v="1504" actId="20577"/>
        <pc:sldMkLst>
          <pc:docMk/>
          <pc:sldMk cId="2324411414" sldId="273"/>
        </pc:sldMkLst>
        <pc:spChg chg="mod">
          <ac:chgData name="Gobade Shantanu Sharad" userId="2d8c91f7-670d-405a-a247-f6e88679dc81" providerId="ADAL" clId="{6341A6F6-97B9-4CF6-90FA-0BC33C534BE0}" dt="2023-03-01T04:07:58.626" v="1504" actId="20577"/>
          <ac:spMkLst>
            <pc:docMk/>
            <pc:sldMk cId="2324411414" sldId="273"/>
            <ac:spMk id="3" creationId="{10B17C1D-AB5C-2FA8-1511-CC6CE97CA540}"/>
          </ac:spMkLst>
        </pc:spChg>
        <pc:spChg chg="mod">
          <ac:chgData name="Gobade Shantanu Sharad" userId="2d8c91f7-670d-405a-a247-f6e88679dc81" providerId="ADAL" clId="{6341A6F6-97B9-4CF6-90FA-0BC33C534BE0}" dt="2023-03-01T03:58:29.051" v="1414" actId="20577"/>
          <ac:spMkLst>
            <pc:docMk/>
            <pc:sldMk cId="2324411414" sldId="273"/>
            <ac:spMk id="16386" creationId="{59E4CD21-AAD2-129B-D067-C3B9B98C17D5}"/>
          </ac:spMkLst>
        </pc:spChg>
      </pc:sldChg>
    </pc:docChg>
  </pc:docChgLst>
  <pc:docChgLst>
    <pc:chgData name="Vinchhi Om Parsottam" userId="S::ompvit121@gst.sies.edu.in::b7cb3e49-5991-4f75-ab95-06a406ae670d" providerId="AD" clId="Web-{D9ABF126-FC79-3313-3AA5-55ACC3C11EFE}"/>
    <pc:docChg chg="modSld">
      <pc:chgData name="Vinchhi Om Parsottam" userId="S::ompvit121@gst.sies.edu.in::b7cb3e49-5991-4f75-ab95-06a406ae670d" providerId="AD" clId="Web-{D9ABF126-FC79-3313-3AA5-55ACC3C11EFE}" dt="2023-02-27T19:06:40.888" v="7" actId="20577"/>
      <pc:docMkLst>
        <pc:docMk/>
      </pc:docMkLst>
      <pc:sldChg chg="modSp">
        <pc:chgData name="Vinchhi Om Parsottam" userId="S::ompvit121@gst.sies.edu.in::b7cb3e49-5991-4f75-ab95-06a406ae670d" providerId="AD" clId="Web-{D9ABF126-FC79-3313-3AA5-55ACC3C11EFE}" dt="2023-02-27T18:30:03.134" v="3" actId="20577"/>
        <pc:sldMkLst>
          <pc:docMk/>
          <pc:sldMk cId="0" sldId="259"/>
        </pc:sldMkLst>
        <pc:spChg chg="mod">
          <ac:chgData name="Vinchhi Om Parsottam" userId="S::ompvit121@gst.sies.edu.in::b7cb3e49-5991-4f75-ab95-06a406ae670d" providerId="AD" clId="Web-{D9ABF126-FC79-3313-3AA5-55ACC3C11EFE}" dt="2023-02-27T18:30:03.134" v="3" actId="20577"/>
          <ac:spMkLst>
            <pc:docMk/>
            <pc:sldMk cId="0" sldId="259"/>
            <ac:spMk id="15363" creationId="{569B828E-5B26-D510-6671-5AB2BB593241}"/>
          </ac:spMkLst>
        </pc:spChg>
      </pc:sldChg>
      <pc:sldChg chg="modSp">
        <pc:chgData name="Vinchhi Om Parsottam" userId="S::ompvit121@gst.sies.edu.in::b7cb3e49-5991-4f75-ab95-06a406ae670d" providerId="AD" clId="Web-{D9ABF126-FC79-3313-3AA5-55ACC3C11EFE}" dt="2023-02-27T19:06:40.888" v="7" actId="20577"/>
        <pc:sldMkLst>
          <pc:docMk/>
          <pc:sldMk cId="2998624892" sldId="262"/>
        </pc:sldMkLst>
        <pc:spChg chg="mod">
          <ac:chgData name="Vinchhi Om Parsottam" userId="S::ompvit121@gst.sies.edu.in::b7cb3e49-5991-4f75-ab95-06a406ae670d" providerId="AD" clId="Web-{D9ABF126-FC79-3313-3AA5-55ACC3C11EFE}" dt="2023-02-27T19:06:40.888" v="7" actId="20577"/>
          <ac:spMkLst>
            <pc:docMk/>
            <pc:sldMk cId="2998624892" sldId="262"/>
            <ac:spMk id="3" creationId="{10B17C1D-AB5C-2FA8-1511-CC6CE97CA540}"/>
          </ac:spMkLst>
        </pc:spChg>
      </pc:sldChg>
    </pc:docChg>
  </pc:docChgLst>
  <pc:docChgLst>
    <pc:chgData name="Vinchhi Om Parsottam" userId="S::ompvit121@gst.sies.edu.in::b7cb3e49-5991-4f75-ab95-06a406ae670d" providerId="AD" clId="Web-{6A452015-08CC-CFA9-B3C6-0886E6E7BBF3}"/>
    <pc:docChg chg="modSld">
      <pc:chgData name="Vinchhi Om Parsottam" userId="S::ompvit121@gst.sies.edu.in::b7cb3e49-5991-4f75-ab95-06a406ae670d" providerId="AD" clId="Web-{6A452015-08CC-CFA9-B3C6-0886E6E7BBF3}" dt="2023-02-28T17:44:40.417" v="237" actId="20577"/>
      <pc:docMkLst>
        <pc:docMk/>
      </pc:docMkLst>
      <pc:sldChg chg="modSp">
        <pc:chgData name="Vinchhi Om Parsottam" userId="S::ompvit121@gst.sies.edu.in::b7cb3e49-5991-4f75-ab95-06a406ae670d" providerId="AD" clId="Web-{6A452015-08CC-CFA9-B3C6-0886E6E7BBF3}" dt="2023-02-28T17:44:40.417" v="237" actId="20577"/>
        <pc:sldMkLst>
          <pc:docMk/>
          <pc:sldMk cId="2998624892" sldId="262"/>
        </pc:sldMkLst>
        <pc:spChg chg="mod">
          <ac:chgData name="Vinchhi Om Parsottam" userId="S::ompvit121@gst.sies.edu.in::b7cb3e49-5991-4f75-ab95-06a406ae670d" providerId="AD" clId="Web-{6A452015-08CC-CFA9-B3C6-0886E6E7BBF3}" dt="2023-02-28T17:44:40.417" v="237" actId="20577"/>
          <ac:spMkLst>
            <pc:docMk/>
            <pc:sldMk cId="2998624892" sldId="262"/>
            <ac:spMk id="3" creationId="{10B17C1D-AB5C-2FA8-1511-CC6CE97CA540}"/>
          </ac:spMkLst>
        </pc:spChg>
      </pc:sldChg>
    </pc:docChg>
  </pc:docChgLst>
  <pc:docChgLst>
    <pc:chgData name="Shreya Jayant Barai" userId="S::shreyabit121@gst.sies.edu.in::41839870-baf9-4f36-936d-0a113cb15f51" providerId="AD" clId="Web-{5CB3C8AD-266B-2680-1870-F6DCBB4565D8}"/>
    <pc:docChg chg="modSld">
      <pc:chgData name="Shreya Jayant Barai" userId="S::shreyabit121@gst.sies.edu.in::41839870-baf9-4f36-936d-0a113cb15f51" providerId="AD" clId="Web-{5CB3C8AD-266B-2680-1870-F6DCBB4565D8}" dt="2023-02-28T15:27:24.225" v="534"/>
      <pc:docMkLst>
        <pc:docMk/>
      </pc:docMkLst>
      <pc:sldChg chg="modSp">
        <pc:chgData name="Shreya Jayant Barai" userId="S::shreyabit121@gst.sies.edu.in::41839870-baf9-4f36-936d-0a113cb15f51" providerId="AD" clId="Web-{5CB3C8AD-266B-2680-1870-F6DCBB4565D8}" dt="2023-02-28T15:17:45.713" v="398"/>
        <pc:sldMkLst>
          <pc:docMk/>
          <pc:sldMk cId="0" sldId="258"/>
        </pc:sldMkLst>
        <pc:graphicFrameChg chg="mod modGraphic">
          <ac:chgData name="Shreya Jayant Barai" userId="S::shreyabit121@gst.sies.edu.in::41839870-baf9-4f36-936d-0a113cb15f51" providerId="AD" clId="Web-{5CB3C8AD-266B-2680-1870-F6DCBB4565D8}" dt="2023-02-28T15:17:45.713" v="398"/>
          <ac:graphicFrameMkLst>
            <pc:docMk/>
            <pc:sldMk cId="0" sldId="258"/>
            <ac:graphicFrameMk id="6" creationId="{2A343C58-0824-CC9A-A704-1325C2A8D982}"/>
          </ac:graphicFrameMkLst>
        </pc:graphicFrameChg>
      </pc:sldChg>
      <pc:sldChg chg="modSp">
        <pc:chgData name="Shreya Jayant Barai" userId="S::shreyabit121@gst.sies.edu.in::41839870-baf9-4f36-936d-0a113cb15f51" providerId="AD" clId="Web-{5CB3C8AD-266B-2680-1870-F6DCBB4565D8}" dt="2023-02-28T14:43:23.826" v="2" actId="20577"/>
        <pc:sldMkLst>
          <pc:docMk/>
          <pc:sldMk cId="0" sldId="259"/>
        </pc:sldMkLst>
        <pc:spChg chg="mod">
          <ac:chgData name="Shreya Jayant Barai" userId="S::shreyabit121@gst.sies.edu.in::41839870-baf9-4f36-936d-0a113cb15f51" providerId="AD" clId="Web-{5CB3C8AD-266B-2680-1870-F6DCBB4565D8}" dt="2023-02-28T14:43:23.826" v="2" actId="20577"/>
          <ac:spMkLst>
            <pc:docMk/>
            <pc:sldMk cId="0" sldId="259"/>
            <ac:spMk id="15363" creationId="{569B828E-5B26-D510-6671-5AB2BB593241}"/>
          </ac:spMkLst>
        </pc:spChg>
      </pc:sldChg>
      <pc:sldChg chg="modSp">
        <pc:chgData name="Shreya Jayant Barai" userId="S::shreyabit121@gst.sies.edu.in::41839870-baf9-4f36-936d-0a113cb15f51" providerId="AD" clId="Web-{5CB3C8AD-266B-2680-1870-F6DCBB4565D8}" dt="2023-02-28T15:27:24.225" v="534"/>
        <pc:sldMkLst>
          <pc:docMk/>
          <pc:sldMk cId="4290614649" sldId="269"/>
        </pc:sldMkLst>
        <pc:graphicFrameChg chg="mod modGraphic">
          <ac:chgData name="Shreya Jayant Barai" userId="S::shreyabit121@gst.sies.edu.in::41839870-baf9-4f36-936d-0a113cb15f51" providerId="AD" clId="Web-{5CB3C8AD-266B-2680-1870-F6DCBB4565D8}" dt="2023-02-28T15:27:24.225" v="534"/>
          <ac:graphicFrameMkLst>
            <pc:docMk/>
            <pc:sldMk cId="4290614649" sldId="269"/>
            <ac:graphicFrameMk id="6" creationId="{2A343C58-0824-CC9A-A704-1325C2A8D98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6F3BB7-C67B-3618-F642-4662B880C0E6}"/>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74AEDA28-288C-2D2A-01FE-62A535AE0E1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7002600A-4D4C-4DF8-B04E-D143F3772604}" type="datetimeFigureOut">
              <a:rPr lang="en-US"/>
              <a:pPr>
                <a:defRPr/>
              </a:pPr>
              <a:t>3/12/2023</a:t>
            </a:fld>
            <a:endParaRPr lang="en-US"/>
          </a:p>
        </p:txBody>
      </p:sp>
      <p:sp>
        <p:nvSpPr>
          <p:cNvPr id="4" name="Slide Image Placeholder 3">
            <a:extLst>
              <a:ext uri="{FF2B5EF4-FFF2-40B4-BE49-F238E27FC236}">
                <a16:creationId xmlns:a16="http://schemas.microsoft.com/office/drawing/2014/main" id="{E2969AE7-0264-1739-057E-EF4B3DAE01C7}"/>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F16600A-454F-C2A3-A64E-8066DDE633C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DF271D5-1DB2-DE31-B443-DFEB83DA5EB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DD632EF6-713A-C242-E7F5-02A5A8EBB74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501DE608-8E8E-487C-AF2B-19FDC587267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501DE608-8E8E-487C-AF2B-19FDC5872672}" type="slidenum">
              <a:rPr lang="en-US" altLang="en-US" smtClean="0"/>
              <a:pPr>
                <a:defRPr/>
              </a:pPr>
              <a:t>10</a:t>
            </a:fld>
            <a:endParaRPr lang="en-US" altLang="en-US"/>
          </a:p>
        </p:txBody>
      </p:sp>
    </p:spTree>
    <p:extLst>
      <p:ext uri="{BB962C8B-B14F-4D97-AF65-F5344CB8AC3E}">
        <p14:creationId xmlns:p14="http://schemas.microsoft.com/office/powerpoint/2010/main" val="1223378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D26EDB31-AD93-D6DF-A642-EA2D10D312B1}"/>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882D6201-E2C2-4B24-9810-741BDEEE0C2D}" type="datetime1">
              <a:rPr lang="en-US"/>
              <a:pPr>
                <a:defRPr/>
              </a:pPr>
              <a:t>3/12/2023</a:t>
            </a:fld>
            <a:endParaRPr lang="en-US"/>
          </a:p>
        </p:txBody>
      </p:sp>
      <p:sp>
        <p:nvSpPr>
          <p:cNvPr id="5" name="Footer Placeholder 4">
            <a:extLst>
              <a:ext uri="{FF2B5EF4-FFF2-40B4-BE49-F238E27FC236}">
                <a16:creationId xmlns:a16="http://schemas.microsoft.com/office/drawing/2014/main" id="{BF6C2E74-485E-49F6-68E4-1C9788813788}"/>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68DD7875-954A-8EEC-80DE-23A1B412100D}"/>
              </a:ext>
            </a:extLst>
          </p:cNvPr>
          <p:cNvSpPr>
            <a:spLocks noGrp="1"/>
          </p:cNvSpPr>
          <p:nvPr>
            <p:ph type="sldNum" sz="quarter" idx="12"/>
          </p:nvPr>
        </p:nvSpPr>
        <p:spPr/>
        <p:txBody>
          <a:bodyPr/>
          <a:lstStyle>
            <a:lvl1pPr>
              <a:defRPr/>
            </a:lvl1pPr>
          </a:lstStyle>
          <a:p>
            <a:pPr>
              <a:defRPr/>
            </a:pPr>
            <a:fld id="{CC5217B8-8C42-41DC-96EA-46F0C3460862}" type="slidenum">
              <a:rPr lang="en-US" altLang="en-US"/>
              <a:pPr>
                <a:defRPr/>
              </a:pPr>
              <a:t>‹#›</a:t>
            </a:fld>
            <a:endParaRPr lang="en-US" altLang="en-US"/>
          </a:p>
        </p:txBody>
      </p:sp>
    </p:spTree>
    <p:extLst>
      <p:ext uri="{BB962C8B-B14F-4D97-AF65-F5344CB8AC3E}">
        <p14:creationId xmlns:p14="http://schemas.microsoft.com/office/powerpoint/2010/main" val="2157171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906594-362F-5016-22E2-1BF1667CAA1E}"/>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F1FE81EF-AAC8-4D06-A713-B2CD006FC933}" type="datetime1">
              <a:rPr lang="en-US"/>
              <a:pPr>
                <a:defRPr/>
              </a:pPr>
              <a:t>3/12/2023</a:t>
            </a:fld>
            <a:endParaRPr lang="en-US"/>
          </a:p>
        </p:txBody>
      </p:sp>
      <p:sp>
        <p:nvSpPr>
          <p:cNvPr id="5" name="Footer Placeholder 4">
            <a:extLst>
              <a:ext uri="{FF2B5EF4-FFF2-40B4-BE49-F238E27FC236}">
                <a16:creationId xmlns:a16="http://schemas.microsoft.com/office/drawing/2014/main" id="{AE8BC64A-B980-6541-FC54-A7B53DAE0005}"/>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584998F2-D7BE-5F16-3CF1-AB49A2A580FB}"/>
              </a:ext>
            </a:extLst>
          </p:cNvPr>
          <p:cNvSpPr>
            <a:spLocks noGrp="1"/>
          </p:cNvSpPr>
          <p:nvPr>
            <p:ph type="sldNum" sz="quarter" idx="12"/>
          </p:nvPr>
        </p:nvSpPr>
        <p:spPr/>
        <p:txBody>
          <a:bodyPr/>
          <a:lstStyle>
            <a:lvl1pPr>
              <a:defRPr/>
            </a:lvl1pPr>
          </a:lstStyle>
          <a:p>
            <a:pPr>
              <a:defRPr/>
            </a:pPr>
            <a:fld id="{147AA328-1E5B-46CD-BD21-95A0942A2E0F}" type="slidenum">
              <a:rPr lang="en-US" altLang="en-US"/>
              <a:pPr>
                <a:defRPr/>
              </a:pPr>
              <a:t>‹#›</a:t>
            </a:fld>
            <a:endParaRPr lang="en-US" altLang="en-US"/>
          </a:p>
        </p:txBody>
      </p:sp>
    </p:spTree>
    <p:extLst>
      <p:ext uri="{BB962C8B-B14F-4D97-AF65-F5344CB8AC3E}">
        <p14:creationId xmlns:p14="http://schemas.microsoft.com/office/powerpoint/2010/main" val="71722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70A581-B704-CB20-17F0-B5CEC98ED7A5}"/>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2412EBD8-8776-460C-A02E-91349224738F}" type="datetime1">
              <a:rPr lang="en-US"/>
              <a:pPr>
                <a:defRPr/>
              </a:pPr>
              <a:t>3/12/2023</a:t>
            </a:fld>
            <a:endParaRPr lang="en-US"/>
          </a:p>
        </p:txBody>
      </p:sp>
      <p:sp>
        <p:nvSpPr>
          <p:cNvPr id="5" name="Footer Placeholder 4">
            <a:extLst>
              <a:ext uri="{FF2B5EF4-FFF2-40B4-BE49-F238E27FC236}">
                <a16:creationId xmlns:a16="http://schemas.microsoft.com/office/drawing/2014/main" id="{5BEBD83F-B74A-DB20-9ABB-788569259ACC}"/>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C0C43090-654D-C27A-4973-E84DDB4873D1}"/>
              </a:ext>
            </a:extLst>
          </p:cNvPr>
          <p:cNvSpPr>
            <a:spLocks noGrp="1"/>
          </p:cNvSpPr>
          <p:nvPr>
            <p:ph type="sldNum" sz="quarter" idx="12"/>
          </p:nvPr>
        </p:nvSpPr>
        <p:spPr/>
        <p:txBody>
          <a:bodyPr/>
          <a:lstStyle>
            <a:lvl1pPr>
              <a:defRPr/>
            </a:lvl1pPr>
          </a:lstStyle>
          <a:p>
            <a:pPr>
              <a:defRPr/>
            </a:pPr>
            <a:fld id="{60FEDC1F-09E7-4E5C-B004-21AFD28B3570}" type="slidenum">
              <a:rPr lang="en-US" altLang="en-US"/>
              <a:pPr>
                <a:defRPr/>
              </a:pPr>
              <a:t>‹#›</a:t>
            </a:fld>
            <a:endParaRPr lang="en-US" altLang="en-US"/>
          </a:p>
        </p:txBody>
      </p:sp>
    </p:spTree>
    <p:extLst>
      <p:ext uri="{BB962C8B-B14F-4D97-AF65-F5344CB8AC3E}">
        <p14:creationId xmlns:p14="http://schemas.microsoft.com/office/powerpoint/2010/main" val="916025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989468-0A33-90D7-078C-EF08BDD7822C}"/>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7A170F25-2398-44DD-88F3-B19CA6A5D594}" type="datetime1">
              <a:rPr lang="en-US"/>
              <a:pPr>
                <a:defRPr/>
              </a:pPr>
              <a:t>3/12/2023</a:t>
            </a:fld>
            <a:endParaRPr lang="en-US"/>
          </a:p>
        </p:txBody>
      </p:sp>
      <p:sp>
        <p:nvSpPr>
          <p:cNvPr id="6" name="Footer Placeholder 5">
            <a:extLst>
              <a:ext uri="{FF2B5EF4-FFF2-40B4-BE49-F238E27FC236}">
                <a16:creationId xmlns:a16="http://schemas.microsoft.com/office/drawing/2014/main" id="{2B3D27F7-E2E5-B11F-D66D-7A237C206A86}"/>
              </a:ext>
            </a:extLst>
          </p:cNvPr>
          <p:cNvSpPr>
            <a:spLocks noGrp="1"/>
          </p:cNvSpPr>
          <p:nvPr>
            <p:ph type="ftr" sz="quarter" idx="11"/>
          </p:nvPr>
        </p:nvSpPr>
        <p:spPr/>
        <p:txBody>
          <a:bodyPr/>
          <a:lstStyle>
            <a:lvl1pPr>
              <a:defRPr/>
            </a:lvl1pPr>
          </a:lstStyle>
          <a:p>
            <a:pPr>
              <a:defRPr/>
            </a:pPr>
            <a:r>
              <a:rPr lang="en-US"/>
              <a:t>Date of Presentation                                  </a:t>
            </a:r>
          </a:p>
        </p:txBody>
      </p:sp>
      <p:sp>
        <p:nvSpPr>
          <p:cNvPr id="7" name="Slide Number Placeholder 6">
            <a:extLst>
              <a:ext uri="{FF2B5EF4-FFF2-40B4-BE49-F238E27FC236}">
                <a16:creationId xmlns:a16="http://schemas.microsoft.com/office/drawing/2014/main" id="{D87D12D0-F2FE-E851-CD31-6657BC8F9DCE}"/>
              </a:ext>
            </a:extLst>
          </p:cNvPr>
          <p:cNvSpPr>
            <a:spLocks noGrp="1"/>
          </p:cNvSpPr>
          <p:nvPr>
            <p:ph type="sldNum" sz="quarter" idx="12"/>
          </p:nvPr>
        </p:nvSpPr>
        <p:spPr/>
        <p:txBody>
          <a:bodyPr/>
          <a:lstStyle>
            <a:lvl1pPr>
              <a:defRPr/>
            </a:lvl1pPr>
          </a:lstStyle>
          <a:p>
            <a:pPr>
              <a:defRPr/>
            </a:pPr>
            <a:fld id="{9E961ED1-1135-4387-AC19-721BAE6F1679}" type="slidenum">
              <a:rPr lang="en-US" altLang="en-US"/>
              <a:pPr>
                <a:defRPr/>
              </a:pPr>
              <a:t>‹#›</a:t>
            </a:fld>
            <a:endParaRPr lang="en-US" altLang="en-US"/>
          </a:p>
        </p:txBody>
      </p:sp>
    </p:spTree>
    <p:extLst>
      <p:ext uri="{BB962C8B-B14F-4D97-AF65-F5344CB8AC3E}">
        <p14:creationId xmlns:p14="http://schemas.microsoft.com/office/powerpoint/2010/main" val="3576118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10889D-1ADC-319D-381A-D2652DC6ED97}"/>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1FC04550-8E8C-4A5E-B4D1-C54C30809801}" type="datetime1">
              <a:rPr lang="en-US"/>
              <a:pPr>
                <a:defRPr/>
              </a:pPr>
              <a:t>3/12/2023</a:t>
            </a:fld>
            <a:endParaRPr lang="en-US"/>
          </a:p>
        </p:txBody>
      </p:sp>
      <p:sp>
        <p:nvSpPr>
          <p:cNvPr id="8" name="Footer Placeholder 7">
            <a:extLst>
              <a:ext uri="{FF2B5EF4-FFF2-40B4-BE49-F238E27FC236}">
                <a16:creationId xmlns:a16="http://schemas.microsoft.com/office/drawing/2014/main" id="{F53C585D-40B7-8912-6DA8-44743770CD00}"/>
              </a:ext>
            </a:extLst>
          </p:cNvPr>
          <p:cNvSpPr>
            <a:spLocks noGrp="1"/>
          </p:cNvSpPr>
          <p:nvPr>
            <p:ph type="ftr" sz="quarter" idx="11"/>
          </p:nvPr>
        </p:nvSpPr>
        <p:spPr/>
        <p:txBody>
          <a:bodyPr/>
          <a:lstStyle>
            <a:lvl1pPr>
              <a:defRPr/>
            </a:lvl1pPr>
          </a:lstStyle>
          <a:p>
            <a:pPr>
              <a:defRPr/>
            </a:pPr>
            <a:r>
              <a:rPr lang="en-US"/>
              <a:t>Date of Presentation                                  </a:t>
            </a:r>
          </a:p>
        </p:txBody>
      </p:sp>
      <p:sp>
        <p:nvSpPr>
          <p:cNvPr id="9" name="Slide Number Placeholder 8">
            <a:extLst>
              <a:ext uri="{FF2B5EF4-FFF2-40B4-BE49-F238E27FC236}">
                <a16:creationId xmlns:a16="http://schemas.microsoft.com/office/drawing/2014/main" id="{FA987A89-A121-56B3-C5FC-90F8877F4303}"/>
              </a:ext>
            </a:extLst>
          </p:cNvPr>
          <p:cNvSpPr>
            <a:spLocks noGrp="1"/>
          </p:cNvSpPr>
          <p:nvPr>
            <p:ph type="sldNum" sz="quarter" idx="12"/>
          </p:nvPr>
        </p:nvSpPr>
        <p:spPr/>
        <p:txBody>
          <a:bodyPr/>
          <a:lstStyle>
            <a:lvl1pPr>
              <a:defRPr/>
            </a:lvl1pPr>
          </a:lstStyle>
          <a:p>
            <a:pPr>
              <a:defRPr/>
            </a:pPr>
            <a:fld id="{79C0FF2F-1CB3-4457-8E27-8E32C865FFE8}" type="slidenum">
              <a:rPr lang="en-US" altLang="en-US"/>
              <a:pPr>
                <a:defRPr/>
              </a:pPr>
              <a:t>‹#›</a:t>
            </a:fld>
            <a:endParaRPr lang="en-US" altLang="en-US"/>
          </a:p>
        </p:txBody>
      </p:sp>
    </p:spTree>
    <p:extLst>
      <p:ext uri="{BB962C8B-B14F-4D97-AF65-F5344CB8AC3E}">
        <p14:creationId xmlns:p14="http://schemas.microsoft.com/office/powerpoint/2010/main" val="48643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E47984-1B40-FE49-4D09-99F7EB71739C}"/>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D942DE4B-3500-46ED-8CEA-2D4A3A4E81DC}" type="datetime1">
              <a:rPr lang="en-US"/>
              <a:pPr>
                <a:defRPr/>
              </a:pPr>
              <a:t>3/12/2023</a:t>
            </a:fld>
            <a:endParaRPr lang="en-US"/>
          </a:p>
        </p:txBody>
      </p:sp>
      <p:sp>
        <p:nvSpPr>
          <p:cNvPr id="4" name="Footer Placeholder 3">
            <a:extLst>
              <a:ext uri="{FF2B5EF4-FFF2-40B4-BE49-F238E27FC236}">
                <a16:creationId xmlns:a16="http://schemas.microsoft.com/office/drawing/2014/main" id="{1B8A2FCA-654D-FE8A-4C04-BD6D00A47C4C}"/>
              </a:ext>
            </a:extLst>
          </p:cNvPr>
          <p:cNvSpPr>
            <a:spLocks noGrp="1"/>
          </p:cNvSpPr>
          <p:nvPr>
            <p:ph type="ftr" sz="quarter" idx="11"/>
          </p:nvPr>
        </p:nvSpPr>
        <p:spPr/>
        <p:txBody>
          <a:bodyPr/>
          <a:lstStyle>
            <a:lvl1pPr>
              <a:defRPr/>
            </a:lvl1pPr>
          </a:lstStyle>
          <a:p>
            <a:pPr>
              <a:defRPr/>
            </a:pPr>
            <a:r>
              <a:rPr lang="en-US"/>
              <a:t>Date of Presentation                                  </a:t>
            </a:r>
          </a:p>
        </p:txBody>
      </p:sp>
      <p:sp>
        <p:nvSpPr>
          <p:cNvPr id="5" name="Slide Number Placeholder 4">
            <a:extLst>
              <a:ext uri="{FF2B5EF4-FFF2-40B4-BE49-F238E27FC236}">
                <a16:creationId xmlns:a16="http://schemas.microsoft.com/office/drawing/2014/main" id="{F2492137-11A3-7A15-222A-2E23CCBD1585}"/>
              </a:ext>
            </a:extLst>
          </p:cNvPr>
          <p:cNvSpPr>
            <a:spLocks noGrp="1"/>
          </p:cNvSpPr>
          <p:nvPr>
            <p:ph type="sldNum" sz="quarter" idx="12"/>
          </p:nvPr>
        </p:nvSpPr>
        <p:spPr/>
        <p:txBody>
          <a:bodyPr/>
          <a:lstStyle>
            <a:lvl1pPr>
              <a:defRPr/>
            </a:lvl1pPr>
          </a:lstStyle>
          <a:p>
            <a:pPr>
              <a:defRPr/>
            </a:pPr>
            <a:fld id="{38419FE7-15FB-4C76-946E-285FE23A0D58}" type="slidenum">
              <a:rPr lang="en-US" altLang="en-US"/>
              <a:pPr>
                <a:defRPr/>
              </a:pPr>
              <a:t>‹#›</a:t>
            </a:fld>
            <a:endParaRPr lang="en-US" altLang="en-US"/>
          </a:p>
        </p:txBody>
      </p:sp>
    </p:spTree>
    <p:extLst>
      <p:ext uri="{BB962C8B-B14F-4D97-AF65-F5344CB8AC3E}">
        <p14:creationId xmlns:p14="http://schemas.microsoft.com/office/powerpoint/2010/main" val="18655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DEECEC-BD82-B3FE-F8B9-394F120ABF5B}"/>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B1E2DA5F-3314-4D52-A328-061DE3A88F22}" type="datetime1">
              <a:rPr lang="en-US"/>
              <a:pPr>
                <a:defRPr/>
              </a:pPr>
              <a:t>3/12/2023</a:t>
            </a:fld>
            <a:endParaRPr lang="en-US"/>
          </a:p>
        </p:txBody>
      </p:sp>
      <p:sp>
        <p:nvSpPr>
          <p:cNvPr id="3" name="Footer Placeholder 2">
            <a:extLst>
              <a:ext uri="{FF2B5EF4-FFF2-40B4-BE49-F238E27FC236}">
                <a16:creationId xmlns:a16="http://schemas.microsoft.com/office/drawing/2014/main" id="{55F43BF3-B59D-4AB7-D705-E9CB0CC2A0AC}"/>
              </a:ext>
            </a:extLst>
          </p:cNvPr>
          <p:cNvSpPr>
            <a:spLocks noGrp="1"/>
          </p:cNvSpPr>
          <p:nvPr>
            <p:ph type="ftr" sz="quarter" idx="11"/>
          </p:nvPr>
        </p:nvSpPr>
        <p:spPr/>
        <p:txBody>
          <a:bodyPr/>
          <a:lstStyle>
            <a:lvl1pPr>
              <a:defRPr/>
            </a:lvl1pPr>
          </a:lstStyle>
          <a:p>
            <a:pPr>
              <a:defRPr/>
            </a:pPr>
            <a:r>
              <a:rPr lang="en-US"/>
              <a:t>Date of Presentation                                  </a:t>
            </a:r>
          </a:p>
        </p:txBody>
      </p:sp>
      <p:sp>
        <p:nvSpPr>
          <p:cNvPr id="4" name="Slide Number Placeholder 3">
            <a:extLst>
              <a:ext uri="{FF2B5EF4-FFF2-40B4-BE49-F238E27FC236}">
                <a16:creationId xmlns:a16="http://schemas.microsoft.com/office/drawing/2014/main" id="{DCF12826-D19D-8704-0F37-A48082BA4D98}"/>
              </a:ext>
            </a:extLst>
          </p:cNvPr>
          <p:cNvSpPr>
            <a:spLocks noGrp="1"/>
          </p:cNvSpPr>
          <p:nvPr>
            <p:ph type="sldNum" sz="quarter" idx="12"/>
          </p:nvPr>
        </p:nvSpPr>
        <p:spPr/>
        <p:txBody>
          <a:bodyPr/>
          <a:lstStyle>
            <a:lvl1pPr>
              <a:defRPr/>
            </a:lvl1pPr>
          </a:lstStyle>
          <a:p>
            <a:pPr>
              <a:defRPr/>
            </a:pPr>
            <a:fld id="{B1DEF9B7-67F7-4CBB-BD8D-D5CCEA01A42B}" type="slidenum">
              <a:rPr lang="en-US" altLang="en-US"/>
              <a:pPr>
                <a:defRPr/>
              </a:pPr>
              <a:t>‹#›</a:t>
            </a:fld>
            <a:endParaRPr lang="en-US" altLang="en-US"/>
          </a:p>
        </p:txBody>
      </p:sp>
    </p:spTree>
    <p:extLst>
      <p:ext uri="{BB962C8B-B14F-4D97-AF65-F5344CB8AC3E}">
        <p14:creationId xmlns:p14="http://schemas.microsoft.com/office/powerpoint/2010/main" val="1622928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1634097F-6A99-EB50-B295-61BAB2EB356A}"/>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CDE3360E-1D8D-4822-8B39-8BBA0EA29F66}" type="datetime1">
              <a:rPr lang="en-US"/>
              <a:pPr>
                <a:defRPr/>
              </a:pPr>
              <a:t>3/12/2023</a:t>
            </a:fld>
            <a:endParaRPr lang="en-US"/>
          </a:p>
        </p:txBody>
      </p:sp>
      <p:sp>
        <p:nvSpPr>
          <p:cNvPr id="6" name="Footer Placeholder 5">
            <a:extLst>
              <a:ext uri="{FF2B5EF4-FFF2-40B4-BE49-F238E27FC236}">
                <a16:creationId xmlns:a16="http://schemas.microsoft.com/office/drawing/2014/main" id="{8618152F-33EF-35B1-D506-2AD91CB67A11}"/>
              </a:ext>
            </a:extLst>
          </p:cNvPr>
          <p:cNvSpPr>
            <a:spLocks noGrp="1"/>
          </p:cNvSpPr>
          <p:nvPr>
            <p:ph type="ftr" sz="quarter" idx="11"/>
          </p:nvPr>
        </p:nvSpPr>
        <p:spPr/>
        <p:txBody>
          <a:bodyPr/>
          <a:lstStyle>
            <a:lvl1pPr>
              <a:defRPr/>
            </a:lvl1pPr>
          </a:lstStyle>
          <a:p>
            <a:pPr>
              <a:defRPr/>
            </a:pPr>
            <a:r>
              <a:rPr lang="en-US"/>
              <a:t>Date of Presentation                                  </a:t>
            </a:r>
          </a:p>
        </p:txBody>
      </p:sp>
      <p:sp>
        <p:nvSpPr>
          <p:cNvPr id="7" name="Slide Number Placeholder 6">
            <a:extLst>
              <a:ext uri="{FF2B5EF4-FFF2-40B4-BE49-F238E27FC236}">
                <a16:creationId xmlns:a16="http://schemas.microsoft.com/office/drawing/2014/main" id="{BD094771-9342-B693-2821-7FD00E34981A}"/>
              </a:ext>
            </a:extLst>
          </p:cNvPr>
          <p:cNvSpPr>
            <a:spLocks noGrp="1"/>
          </p:cNvSpPr>
          <p:nvPr>
            <p:ph type="sldNum" sz="quarter" idx="12"/>
          </p:nvPr>
        </p:nvSpPr>
        <p:spPr/>
        <p:txBody>
          <a:bodyPr/>
          <a:lstStyle>
            <a:lvl1pPr>
              <a:defRPr/>
            </a:lvl1pPr>
          </a:lstStyle>
          <a:p>
            <a:pPr>
              <a:defRPr/>
            </a:pPr>
            <a:fld id="{9403027C-729F-4DE2-B0F7-A2C858C5836C}" type="slidenum">
              <a:rPr lang="en-US" altLang="en-US"/>
              <a:pPr>
                <a:defRPr/>
              </a:pPr>
              <a:t>‹#›</a:t>
            </a:fld>
            <a:endParaRPr lang="en-US" altLang="en-US"/>
          </a:p>
        </p:txBody>
      </p:sp>
    </p:spTree>
    <p:extLst>
      <p:ext uri="{BB962C8B-B14F-4D97-AF65-F5344CB8AC3E}">
        <p14:creationId xmlns:p14="http://schemas.microsoft.com/office/powerpoint/2010/main" val="3482003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18BA10DA-BBDF-D0C9-26AC-E1E909F7940D}"/>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B7F2DFC3-CD8C-4FE6-9EE9-C4CFD913DBFD}" type="datetime1">
              <a:rPr lang="en-US"/>
              <a:pPr>
                <a:defRPr/>
              </a:pPr>
              <a:t>3/12/2023</a:t>
            </a:fld>
            <a:endParaRPr lang="en-US"/>
          </a:p>
        </p:txBody>
      </p:sp>
      <p:sp>
        <p:nvSpPr>
          <p:cNvPr id="6" name="Footer Placeholder 5">
            <a:extLst>
              <a:ext uri="{FF2B5EF4-FFF2-40B4-BE49-F238E27FC236}">
                <a16:creationId xmlns:a16="http://schemas.microsoft.com/office/drawing/2014/main" id="{634ED1A1-C25D-7E59-267F-FA4A976107A9}"/>
              </a:ext>
            </a:extLst>
          </p:cNvPr>
          <p:cNvSpPr>
            <a:spLocks noGrp="1"/>
          </p:cNvSpPr>
          <p:nvPr>
            <p:ph type="ftr" sz="quarter" idx="11"/>
          </p:nvPr>
        </p:nvSpPr>
        <p:spPr/>
        <p:txBody>
          <a:bodyPr/>
          <a:lstStyle>
            <a:lvl1pPr>
              <a:defRPr/>
            </a:lvl1pPr>
          </a:lstStyle>
          <a:p>
            <a:pPr>
              <a:defRPr/>
            </a:pPr>
            <a:r>
              <a:rPr lang="en-US"/>
              <a:t>Date of Presentation                                  </a:t>
            </a:r>
          </a:p>
        </p:txBody>
      </p:sp>
      <p:sp>
        <p:nvSpPr>
          <p:cNvPr id="7" name="Slide Number Placeholder 6">
            <a:extLst>
              <a:ext uri="{FF2B5EF4-FFF2-40B4-BE49-F238E27FC236}">
                <a16:creationId xmlns:a16="http://schemas.microsoft.com/office/drawing/2014/main" id="{6F7EFCF3-FCD2-477F-DD28-161B9293EC03}"/>
              </a:ext>
            </a:extLst>
          </p:cNvPr>
          <p:cNvSpPr>
            <a:spLocks noGrp="1"/>
          </p:cNvSpPr>
          <p:nvPr>
            <p:ph type="sldNum" sz="quarter" idx="12"/>
          </p:nvPr>
        </p:nvSpPr>
        <p:spPr/>
        <p:txBody>
          <a:bodyPr/>
          <a:lstStyle>
            <a:lvl1pPr>
              <a:defRPr/>
            </a:lvl1pPr>
          </a:lstStyle>
          <a:p>
            <a:pPr>
              <a:defRPr/>
            </a:pPr>
            <a:fld id="{A8CCD9CB-E62D-452B-BDEF-3302E6125C1F}" type="slidenum">
              <a:rPr lang="en-US" altLang="en-US"/>
              <a:pPr>
                <a:defRPr/>
              </a:pPr>
              <a:t>‹#›</a:t>
            </a:fld>
            <a:endParaRPr lang="en-US" altLang="en-US"/>
          </a:p>
        </p:txBody>
      </p:sp>
    </p:spTree>
    <p:extLst>
      <p:ext uri="{BB962C8B-B14F-4D97-AF65-F5344CB8AC3E}">
        <p14:creationId xmlns:p14="http://schemas.microsoft.com/office/powerpoint/2010/main" val="127972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E94B3F-6754-E958-9E64-016DA804B3FF}"/>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922E23E9-78BF-4A07-95A4-E09BC66FBF98}" type="datetime1">
              <a:rPr lang="en-US"/>
              <a:pPr>
                <a:defRPr/>
              </a:pPr>
              <a:t>3/12/2023</a:t>
            </a:fld>
            <a:endParaRPr lang="en-US"/>
          </a:p>
        </p:txBody>
      </p:sp>
      <p:sp>
        <p:nvSpPr>
          <p:cNvPr id="5" name="Footer Placeholder 4">
            <a:extLst>
              <a:ext uri="{FF2B5EF4-FFF2-40B4-BE49-F238E27FC236}">
                <a16:creationId xmlns:a16="http://schemas.microsoft.com/office/drawing/2014/main" id="{1A4F43F0-C399-23EA-5406-A12A3D438ECE}"/>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E780BF8F-4E44-454F-0595-109E5474D064}"/>
              </a:ext>
            </a:extLst>
          </p:cNvPr>
          <p:cNvSpPr>
            <a:spLocks noGrp="1"/>
          </p:cNvSpPr>
          <p:nvPr>
            <p:ph type="sldNum" sz="quarter" idx="12"/>
          </p:nvPr>
        </p:nvSpPr>
        <p:spPr/>
        <p:txBody>
          <a:bodyPr/>
          <a:lstStyle>
            <a:lvl1pPr>
              <a:defRPr/>
            </a:lvl1pPr>
          </a:lstStyle>
          <a:p>
            <a:pPr>
              <a:defRPr/>
            </a:pPr>
            <a:fld id="{73CE5484-4D57-4FD0-A9A4-567A97F9C3A8}" type="slidenum">
              <a:rPr lang="en-US" altLang="en-US"/>
              <a:pPr>
                <a:defRPr/>
              </a:pPr>
              <a:t>‹#›</a:t>
            </a:fld>
            <a:endParaRPr lang="en-US" altLang="en-US"/>
          </a:p>
        </p:txBody>
      </p:sp>
    </p:spTree>
    <p:extLst>
      <p:ext uri="{BB962C8B-B14F-4D97-AF65-F5344CB8AC3E}">
        <p14:creationId xmlns:p14="http://schemas.microsoft.com/office/powerpoint/2010/main" val="3631522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6401CF-4C5A-0872-7777-0F61DF8587A4}"/>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C154E64F-C53E-454F-B616-E717463621F6}" type="datetime1">
              <a:rPr lang="en-US"/>
              <a:pPr>
                <a:defRPr/>
              </a:pPr>
              <a:t>3/12/2023</a:t>
            </a:fld>
            <a:endParaRPr lang="en-US"/>
          </a:p>
        </p:txBody>
      </p:sp>
      <p:sp>
        <p:nvSpPr>
          <p:cNvPr id="5" name="Footer Placeholder 4">
            <a:extLst>
              <a:ext uri="{FF2B5EF4-FFF2-40B4-BE49-F238E27FC236}">
                <a16:creationId xmlns:a16="http://schemas.microsoft.com/office/drawing/2014/main" id="{A99800AF-167E-1B99-AFF6-0A53940EDE94}"/>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DB31C696-6F90-FF1A-7BE9-27DA6F0C2411}"/>
              </a:ext>
            </a:extLst>
          </p:cNvPr>
          <p:cNvSpPr>
            <a:spLocks noGrp="1"/>
          </p:cNvSpPr>
          <p:nvPr>
            <p:ph type="sldNum" sz="quarter" idx="12"/>
          </p:nvPr>
        </p:nvSpPr>
        <p:spPr/>
        <p:txBody>
          <a:bodyPr/>
          <a:lstStyle>
            <a:lvl1pPr>
              <a:defRPr/>
            </a:lvl1pPr>
          </a:lstStyle>
          <a:p>
            <a:pPr>
              <a:defRPr/>
            </a:pPr>
            <a:fld id="{048E501E-BB28-4231-A14E-09FF7C397BFD}" type="slidenum">
              <a:rPr lang="en-US" altLang="en-US"/>
              <a:pPr>
                <a:defRPr/>
              </a:pPr>
              <a:t>‹#›</a:t>
            </a:fld>
            <a:endParaRPr lang="en-US" altLang="en-US"/>
          </a:p>
        </p:txBody>
      </p:sp>
    </p:spTree>
    <p:extLst>
      <p:ext uri="{BB962C8B-B14F-4D97-AF65-F5344CB8AC3E}">
        <p14:creationId xmlns:p14="http://schemas.microsoft.com/office/powerpoint/2010/main" val="4062061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5E121E2-512B-E8B2-B5C3-A20BFE9AEF5B}"/>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94C08CCF-BD18-07C0-5753-B1BEEA98DEAD}"/>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Footer Placeholder 4">
            <a:extLst>
              <a:ext uri="{FF2B5EF4-FFF2-40B4-BE49-F238E27FC236}">
                <a16:creationId xmlns:a16="http://schemas.microsoft.com/office/drawing/2014/main" id="{2FECA57F-2C2A-40F1-F4C1-5DAB3B914997}"/>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16512F20-4FB8-A3B5-1E8F-78306870CBDE}"/>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39527A2C-8FA7-4B45-A0C1-A9411181F90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053" r:id="rId1"/>
    <p:sldLayoutId id="2147484054" r:id="rId2"/>
    <p:sldLayoutId id="2147484055" r:id="rId3"/>
    <p:sldLayoutId id="2147484056" r:id="rId4"/>
    <p:sldLayoutId id="2147484057" r:id="rId5"/>
    <p:sldLayoutId id="2147484058" r:id="rId6"/>
    <p:sldLayoutId id="2147484059" r:id="rId7"/>
    <p:sldLayoutId id="2147484060" r:id="rId8"/>
    <p:sldLayoutId id="2147484061" r:id="rId9"/>
    <p:sldLayoutId id="2147484062" r:id="rId10"/>
    <p:sldLayoutId id="2147484063" r:id="rId11"/>
  </p:sldLayoutIdLst>
  <p:hf hdr="0" dt="0"/>
  <p:txStyles>
    <p:titleStyle>
      <a:lvl1pPr algn="ctr" rtl="0" eaLnBrk="0" fontAlgn="base" hangingPunct="0">
        <a:spcBef>
          <a:spcPct val="0"/>
        </a:spcBef>
        <a:spcAft>
          <a:spcPct val="0"/>
        </a:spcAft>
        <a:defRPr sz="4400" kern="1200">
          <a:solidFill>
            <a:schemeClr val="tx1"/>
          </a:solidFill>
          <a:latin typeface="Times New Roman" pitchFamily="18" charset="0"/>
          <a:ea typeface="+mj-ea"/>
          <a:cs typeface="Times New Roman" pitchFamily="18" charset="0"/>
        </a:defRPr>
      </a:lvl1pPr>
      <a:lvl2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2pPr>
      <a:lvl3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3pPr>
      <a:lvl4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4pPr>
      <a:lvl5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5pPr>
      <a:lvl6pPr marL="457200" algn="ctr" rtl="0" fontAlgn="base">
        <a:spcBef>
          <a:spcPct val="0"/>
        </a:spcBef>
        <a:spcAft>
          <a:spcPct val="0"/>
        </a:spcAft>
        <a:defRPr sz="4400">
          <a:solidFill>
            <a:schemeClr val="tx1"/>
          </a:solidFill>
          <a:latin typeface="Times New Roman" pitchFamily="18" charset="0"/>
          <a:cs typeface="Times New Roman" pitchFamily="18" charset="0"/>
        </a:defRPr>
      </a:lvl6pPr>
      <a:lvl7pPr marL="914400" algn="ctr" rtl="0" fontAlgn="base">
        <a:spcBef>
          <a:spcPct val="0"/>
        </a:spcBef>
        <a:spcAft>
          <a:spcPct val="0"/>
        </a:spcAft>
        <a:defRPr sz="4400">
          <a:solidFill>
            <a:schemeClr val="tx1"/>
          </a:solidFill>
          <a:latin typeface="Times New Roman" pitchFamily="18" charset="0"/>
          <a:cs typeface="Times New Roman" pitchFamily="18" charset="0"/>
        </a:defRPr>
      </a:lvl7pPr>
      <a:lvl8pPr marL="1371600" algn="ctr" rtl="0" fontAlgn="base">
        <a:spcBef>
          <a:spcPct val="0"/>
        </a:spcBef>
        <a:spcAft>
          <a:spcPct val="0"/>
        </a:spcAft>
        <a:defRPr sz="4400">
          <a:solidFill>
            <a:schemeClr val="tx1"/>
          </a:solidFill>
          <a:latin typeface="Times New Roman" pitchFamily="18" charset="0"/>
          <a:cs typeface="Times New Roman" pitchFamily="18" charset="0"/>
        </a:defRPr>
      </a:lvl8pPr>
      <a:lvl9pPr marL="1828800" algn="ctr" rtl="0" fontAlgn="base">
        <a:spcBef>
          <a:spcPct val="0"/>
        </a:spcBef>
        <a:spcAft>
          <a:spcPct val="0"/>
        </a:spcAft>
        <a:defRPr sz="4400">
          <a:solidFill>
            <a:schemeClr val="tx1"/>
          </a:solidFill>
          <a:latin typeface="Times New Roman" pitchFamily="18" charset="0"/>
          <a:cs typeface="Times New Roman"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5000"/>
            <a:lum/>
          </a:blip>
          <a:srcRect/>
          <a:stretch>
            <a:fillRect t="-16000" b="-16000"/>
          </a:stretch>
        </a:blipFill>
        <a:effectLst/>
      </p:bgPr>
    </p:bg>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8DC4D8A-9CFD-0D5C-9A8C-B2310209555A}"/>
              </a:ext>
            </a:extLst>
          </p:cNvPr>
          <p:cNvSpPr>
            <a:spLocks noGrp="1"/>
          </p:cNvSpPr>
          <p:nvPr>
            <p:ph type="ctrTitle"/>
          </p:nvPr>
        </p:nvSpPr>
        <p:spPr>
          <a:xfrm>
            <a:off x="685800" y="0"/>
            <a:ext cx="7772400" cy="1830388"/>
          </a:xfrm>
        </p:spPr>
        <p:txBody>
          <a:bodyPr/>
          <a:lstStyle/>
          <a:p>
            <a:pPr eaLnBrk="1" hangingPunct="1"/>
            <a:r>
              <a:rPr lang="en-US" altLang="en-US" sz="2800" dirty="0">
                <a:latin typeface="Times New Roman"/>
                <a:cs typeface="Times New Roman"/>
              </a:rPr>
              <a:t>Mini Project – Semester IV</a:t>
            </a:r>
            <a:br>
              <a:rPr lang="en-US" altLang="en-US" sz="2800" dirty="0"/>
            </a:br>
            <a:r>
              <a:rPr lang="en-US" altLang="en-US" sz="2800" dirty="0">
                <a:latin typeface="Times New Roman"/>
                <a:cs typeface="Times New Roman"/>
              </a:rPr>
              <a:t>Internal Presentation </a:t>
            </a:r>
            <a:br>
              <a:rPr lang="en-US" altLang="en-US" sz="2800" dirty="0"/>
            </a:br>
            <a:r>
              <a:rPr lang="en-US" altLang="en-US" sz="2000" dirty="0">
                <a:latin typeface="Times New Roman"/>
                <a:cs typeface="Times New Roman"/>
              </a:rPr>
              <a:t>Part - 1</a:t>
            </a:r>
          </a:p>
        </p:txBody>
      </p:sp>
      <p:sp>
        <p:nvSpPr>
          <p:cNvPr id="14339" name="Subtitle 2">
            <a:extLst>
              <a:ext uri="{FF2B5EF4-FFF2-40B4-BE49-F238E27FC236}">
                <a16:creationId xmlns:a16="http://schemas.microsoft.com/office/drawing/2014/main" id="{4A04F3F7-A187-BD4D-A28C-C86E5E17292D}"/>
              </a:ext>
            </a:extLst>
          </p:cNvPr>
          <p:cNvSpPr>
            <a:spLocks noGrp="1"/>
          </p:cNvSpPr>
          <p:nvPr>
            <p:ph type="subTitle" idx="1"/>
          </p:nvPr>
        </p:nvSpPr>
        <p:spPr>
          <a:xfrm>
            <a:off x="152400" y="2990850"/>
            <a:ext cx="8839200" cy="1200150"/>
          </a:xfrm>
        </p:spPr>
        <p:txBody>
          <a:bodyPr/>
          <a:lstStyle/>
          <a:p>
            <a:pPr eaLnBrk="1" hangingPunct="1"/>
            <a:r>
              <a:rPr lang="en-US" altLang="en-US" sz="2400" dirty="0">
                <a:solidFill>
                  <a:schemeClr val="tx1"/>
                </a:solidFill>
                <a:latin typeface="Times New Roman"/>
                <a:cs typeface="Times New Roman"/>
              </a:rPr>
              <a:t>by </a:t>
            </a:r>
            <a:endParaRPr lang="en-US" altLang="en-US" sz="2400" dirty="0">
              <a:solidFill>
                <a:schemeClr val="tx1"/>
              </a:solidFill>
            </a:endParaRPr>
          </a:p>
          <a:p>
            <a:pPr algn="l" eaLnBrk="1" hangingPunct="1"/>
            <a:r>
              <a:rPr lang="en-US" altLang="en-US" sz="2400" dirty="0">
                <a:solidFill>
                  <a:schemeClr val="tx1"/>
                </a:solidFill>
                <a:latin typeface="Times New Roman"/>
                <a:cs typeface="Times New Roman"/>
              </a:rPr>
              <a:t>       Shantanu Gobade               Shreya Barai               Om Vinchhi</a:t>
            </a:r>
          </a:p>
          <a:p>
            <a:pPr algn="l" eaLnBrk="1" hangingPunct="1"/>
            <a:r>
              <a:rPr lang="en-US" altLang="en-US" sz="1800" dirty="0">
                <a:solidFill>
                  <a:schemeClr val="tx1"/>
                </a:solidFill>
                <a:latin typeface="Times New Roman"/>
                <a:cs typeface="Times New Roman"/>
              </a:rPr>
              <a:t>             121A3018                                        121A3010                                 121A3057</a:t>
            </a:r>
            <a:endParaRPr lang="en-US" dirty="0">
              <a:solidFill>
                <a:schemeClr val="tx1"/>
              </a:solidFill>
            </a:endParaRPr>
          </a:p>
          <a:p>
            <a:pPr algn="l" eaLnBrk="1" hangingPunct="1"/>
            <a:endParaRPr lang="en-US" altLang="en-US" sz="1800" dirty="0">
              <a:solidFill>
                <a:schemeClr val="tx1"/>
              </a:solidFill>
            </a:endParaRPr>
          </a:p>
          <a:p>
            <a:pPr algn="l" eaLnBrk="1" hangingPunct="1"/>
            <a:r>
              <a:rPr lang="en-US" altLang="en-US" sz="1800" dirty="0">
                <a:solidFill>
                  <a:schemeClr val="tx1"/>
                </a:solidFill>
                <a:latin typeface="Times New Roman"/>
                <a:cs typeface="Times New Roman"/>
              </a:rPr>
              <a:t>	</a:t>
            </a:r>
          </a:p>
        </p:txBody>
      </p:sp>
      <p:sp>
        <p:nvSpPr>
          <p:cNvPr id="14340" name="TextBox 4">
            <a:extLst>
              <a:ext uri="{FF2B5EF4-FFF2-40B4-BE49-F238E27FC236}">
                <a16:creationId xmlns:a16="http://schemas.microsoft.com/office/drawing/2014/main" id="{FC11FED0-D72C-1FDD-6C91-15D4CFBC82B1}"/>
              </a:ext>
            </a:extLst>
          </p:cNvPr>
          <p:cNvSpPr txBox="1">
            <a:spLocks noChangeArrowheads="1"/>
          </p:cNvSpPr>
          <p:nvPr/>
        </p:nvSpPr>
        <p:spPr bwMode="auto">
          <a:xfrm>
            <a:off x="304800" y="5867400"/>
            <a:ext cx="85344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FontTx/>
              <a:buNone/>
            </a:pPr>
            <a:r>
              <a:rPr lang="en-US" altLang="en-US" sz="2000"/>
              <a:t>Department of Information Technology</a:t>
            </a:r>
          </a:p>
          <a:p>
            <a:pPr algn="ctr" eaLnBrk="1" hangingPunct="1">
              <a:spcBef>
                <a:spcPct val="0"/>
              </a:spcBef>
              <a:buFontTx/>
              <a:buNone/>
            </a:pPr>
            <a:r>
              <a:rPr lang="en-US" altLang="en-US" sz="2200"/>
              <a:t>SIES Graduate School of Technology,  Nerul</a:t>
            </a:r>
          </a:p>
        </p:txBody>
      </p:sp>
      <p:pic>
        <p:nvPicPr>
          <p:cNvPr id="14341" name="Picture 7" descr="Image result for sies gst logo">
            <a:extLst>
              <a:ext uri="{FF2B5EF4-FFF2-40B4-BE49-F238E27FC236}">
                <a16:creationId xmlns:a16="http://schemas.microsoft.com/office/drawing/2014/main" id="{D6AA4AF1-110F-723F-938F-54D34D5CBF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Subtitle 2">
            <a:extLst>
              <a:ext uri="{FF2B5EF4-FFF2-40B4-BE49-F238E27FC236}">
                <a16:creationId xmlns:a16="http://schemas.microsoft.com/office/drawing/2014/main" id="{72EE30D7-E091-692E-1727-AB07346D4B85}"/>
              </a:ext>
            </a:extLst>
          </p:cNvPr>
          <p:cNvSpPr txBox="1">
            <a:spLocks/>
          </p:cNvSpPr>
          <p:nvPr/>
        </p:nvSpPr>
        <p:spPr bwMode="auto">
          <a:xfrm>
            <a:off x="609600" y="1905000"/>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buNone/>
            </a:pPr>
            <a:r>
              <a:rPr lang="en-US" altLang="en-US" dirty="0">
                <a:latin typeface="Times New Roman"/>
                <a:cs typeface="Times New Roman"/>
              </a:rPr>
              <a:t>EMOTION DETECTION</a:t>
            </a:r>
            <a:endParaRPr lang="en-US" altLang="en-US" dirty="0"/>
          </a:p>
          <a:p>
            <a:pPr eaLnBrk="1" hangingPunct="1">
              <a:buFont typeface="Arial" panose="020B0604020202020204" pitchFamily="34" charset="0"/>
              <a:buNone/>
            </a:pPr>
            <a:endParaRPr lang="en-US" altLang="en-US" sz="2400"/>
          </a:p>
          <a:p>
            <a:pPr eaLnBrk="1" hangingPunct="1">
              <a:buFont typeface="Arial" panose="020B0604020202020204" pitchFamily="34" charset="0"/>
              <a:buNone/>
            </a:pPr>
            <a:r>
              <a:rPr lang="en-US" altLang="en-US" sz="2400" dirty="0">
                <a:latin typeface="Times New Roman"/>
                <a:cs typeface="Times New Roman"/>
              </a:rPr>
              <a:t>	</a:t>
            </a:r>
          </a:p>
        </p:txBody>
      </p:sp>
      <p:sp>
        <p:nvSpPr>
          <p:cNvPr id="14343" name="Subtitle 2">
            <a:extLst>
              <a:ext uri="{FF2B5EF4-FFF2-40B4-BE49-F238E27FC236}">
                <a16:creationId xmlns:a16="http://schemas.microsoft.com/office/drawing/2014/main" id="{7ABC03E6-FD05-FDCF-083E-8F380AB828E0}"/>
              </a:ext>
            </a:extLst>
          </p:cNvPr>
          <p:cNvSpPr txBox="1">
            <a:spLocks/>
          </p:cNvSpPr>
          <p:nvPr/>
        </p:nvSpPr>
        <p:spPr bwMode="auto">
          <a:xfrm>
            <a:off x="685800" y="4667250"/>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buFont typeface="Arial" panose="020B0604020202020204" pitchFamily="34" charset="0"/>
              <a:buNone/>
            </a:pPr>
            <a:r>
              <a:rPr lang="en-US" altLang="en-US" sz="2000" dirty="0">
                <a:latin typeface="Times New Roman"/>
                <a:cs typeface="Times New Roman"/>
              </a:rPr>
              <a:t>Under the guidance of</a:t>
            </a:r>
          </a:p>
          <a:p>
            <a:pPr algn="ctr" eaLnBrk="1" hangingPunct="1">
              <a:buNone/>
            </a:pPr>
            <a:r>
              <a:rPr lang="en-US" altLang="en-US" sz="2400" dirty="0">
                <a:latin typeface="Times New Roman"/>
                <a:cs typeface="Times New Roman"/>
              </a:rPr>
              <a:t>Prof. Savita Lohiya</a:t>
            </a:r>
            <a:endParaRPr lang="en-US" altLang="en-US" sz="18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8DD8BA8-9892-162D-7324-176A889034CD}"/>
              </a:ext>
            </a:extLst>
          </p:cNvPr>
          <p:cNvSpPr>
            <a:spLocks noGrp="1"/>
          </p:cNvSpPr>
          <p:nvPr>
            <p:ph type="title"/>
          </p:nvPr>
        </p:nvSpPr>
        <p:spPr/>
        <p:txBody>
          <a:bodyPr/>
          <a:lstStyle/>
          <a:p>
            <a:r>
              <a:rPr lang="en-US" altLang="en-US"/>
              <a:t>Index</a:t>
            </a:r>
          </a:p>
        </p:txBody>
      </p:sp>
      <p:sp>
        <p:nvSpPr>
          <p:cNvPr id="15363" name="Content Placeholder 1">
            <a:extLst>
              <a:ext uri="{FF2B5EF4-FFF2-40B4-BE49-F238E27FC236}">
                <a16:creationId xmlns:a16="http://schemas.microsoft.com/office/drawing/2014/main" id="{569B828E-5B26-D510-6671-5AB2BB593241}"/>
              </a:ext>
            </a:extLst>
          </p:cNvPr>
          <p:cNvSpPr>
            <a:spLocks noGrp="1"/>
          </p:cNvSpPr>
          <p:nvPr>
            <p:ph idx="1"/>
          </p:nvPr>
        </p:nvSpPr>
        <p:spPr>
          <a:xfrm>
            <a:off x="457200" y="1143000"/>
            <a:ext cx="8686800" cy="5029200"/>
          </a:xfrm>
        </p:spPr>
        <p:txBody>
          <a:bodyPr/>
          <a:lstStyle/>
          <a:p>
            <a:pPr marL="514350" indent="-514350" eaLnBrk="1" hangingPunct="1"/>
            <a:r>
              <a:rPr lang="en-US" altLang="en-US" sz="2400" dirty="0">
                <a:latin typeface="Times New Roman"/>
                <a:cs typeface="Times New Roman"/>
              </a:rPr>
              <a:t>Introduction </a:t>
            </a:r>
            <a:endParaRPr lang="en-US" altLang="en-US" sz="2400" dirty="0"/>
          </a:p>
          <a:p>
            <a:pPr marL="514350" indent="-514350" eaLnBrk="1" hangingPunct="1"/>
            <a:r>
              <a:rPr lang="en-US" altLang="en-US" sz="2400" dirty="0">
                <a:latin typeface="Times New Roman"/>
                <a:cs typeface="Times New Roman"/>
              </a:rPr>
              <a:t>Literature survey</a:t>
            </a:r>
          </a:p>
          <a:p>
            <a:pPr marL="514350" indent="-514350" eaLnBrk="1" hangingPunct="1"/>
            <a:r>
              <a:rPr lang="en-US" altLang="en-US" sz="2400" dirty="0">
                <a:latin typeface="Times New Roman"/>
                <a:cs typeface="Times New Roman"/>
              </a:rPr>
              <a:t>Existing system</a:t>
            </a:r>
          </a:p>
          <a:p>
            <a:pPr marL="514350" indent="-514350" eaLnBrk="1" hangingPunct="1"/>
            <a:r>
              <a:rPr lang="en-US" altLang="en-US" sz="2400" dirty="0">
                <a:latin typeface="Times New Roman"/>
                <a:cs typeface="Times New Roman"/>
              </a:rPr>
              <a:t>Methodology</a:t>
            </a:r>
          </a:p>
          <a:p>
            <a:pPr marL="514350" indent="-514350" eaLnBrk="1" hangingPunct="1"/>
            <a:r>
              <a:rPr lang="en-US" altLang="en-US" sz="2400" dirty="0">
                <a:latin typeface="Times New Roman"/>
                <a:cs typeface="Times New Roman"/>
              </a:rPr>
              <a:t>Problem definition</a:t>
            </a:r>
          </a:p>
          <a:p>
            <a:pPr marL="514350" indent="-514350" eaLnBrk="1" hangingPunct="1"/>
            <a:r>
              <a:rPr lang="en-US" altLang="en-US" sz="2400" dirty="0">
                <a:latin typeface="Times New Roman"/>
                <a:cs typeface="Times New Roman"/>
              </a:rPr>
              <a:t>Hardware and software requirements</a:t>
            </a:r>
          </a:p>
          <a:p>
            <a:pPr marL="514350" indent="-514350" eaLnBrk="1" hangingPunct="1"/>
            <a:r>
              <a:rPr lang="en-US" altLang="en-US" sz="2400" dirty="0">
                <a:latin typeface="Times New Roman"/>
                <a:cs typeface="Times New Roman"/>
              </a:rPr>
              <a:t>System Architecture</a:t>
            </a:r>
            <a:endParaRPr lang="en-US" altLang="en-US" sz="1600" dirty="0">
              <a:latin typeface="Times New Roman"/>
              <a:cs typeface="Times New Roman"/>
            </a:endParaRPr>
          </a:p>
          <a:p>
            <a:pPr marL="514350" indent="-514350" eaLnBrk="1" hangingPunct="1"/>
            <a:r>
              <a:rPr lang="en-US" altLang="en-US" sz="2400" dirty="0">
                <a:latin typeface="Times New Roman"/>
                <a:cs typeface="Times New Roman"/>
              </a:rPr>
              <a:t>Applications</a:t>
            </a:r>
          </a:p>
          <a:p>
            <a:pPr marL="514350" indent="-514350" eaLnBrk="1" hangingPunct="1"/>
            <a:r>
              <a:rPr lang="en-US" altLang="en-US" sz="2400" dirty="0">
                <a:latin typeface="Times New Roman"/>
                <a:cs typeface="Times New Roman"/>
              </a:rPr>
              <a:t>Future Scope</a:t>
            </a:r>
          </a:p>
          <a:p>
            <a:pPr marL="514350" indent="-514350" eaLnBrk="1" hangingPunct="1"/>
            <a:r>
              <a:rPr lang="en-US" altLang="en-US" sz="2400" dirty="0">
                <a:latin typeface="Times New Roman"/>
                <a:cs typeface="Times New Roman"/>
              </a:rPr>
              <a:t>Conclusion</a:t>
            </a:r>
          </a:p>
          <a:p>
            <a:pPr marL="514350" indent="-514350" eaLnBrk="1" hangingPunct="1"/>
            <a:r>
              <a:rPr lang="en-US" altLang="en-US" sz="2400" dirty="0">
                <a:latin typeface="Times New Roman"/>
                <a:cs typeface="Times New Roman"/>
              </a:rPr>
              <a:t>References</a:t>
            </a:r>
            <a:r>
              <a:rPr lang="en-US" altLang="en-US" sz="1600" dirty="0">
                <a:latin typeface="Times New Roman"/>
                <a:cs typeface="Times New Roman"/>
              </a:rPr>
              <a:t> </a:t>
            </a:r>
            <a:endParaRPr lang="en-US" altLang="en-US" sz="2400" dirty="0"/>
          </a:p>
        </p:txBody>
      </p:sp>
      <p:sp>
        <p:nvSpPr>
          <p:cNvPr id="8" name="Footer Placeholder 3">
            <a:extLst>
              <a:ext uri="{FF2B5EF4-FFF2-40B4-BE49-F238E27FC236}">
                <a16:creationId xmlns:a16="http://schemas.microsoft.com/office/drawing/2014/main" id="{A0E5BFB8-2CB2-AA68-7777-6C270966BB13}"/>
              </a:ext>
            </a:extLst>
          </p:cNvPr>
          <p:cNvSpPr txBox="1">
            <a:spLocks/>
          </p:cNvSpPr>
          <p:nvPr/>
        </p:nvSpPr>
        <p:spPr>
          <a:xfrm>
            <a:off x="1219200" y="7543800"/>
            <a:ext cx="2895600" cy="365125"/>
          </a:xfrm>
          <a:prstGeom prst="rect">
            <a:avLst/>
          </a:prstGeom>
        </p:spPr>
        <p:txBody>
          <a:bodyPr anchor="ctr"/>
          <a:lstStyle/>
          <a:p>
            <a:pPr algn="ctr" eaLnBrk="1" fontAlgn="auto" hangingPunct="1">
              <a:spcBef>
                <a:spcPts val="0"/>
              </a:spcBef>
              <a:spcAft>
                <a:spcPts val="0"/>
              </a:spcAft>
              <a:defRPr/>
            </a:pPr>
            <a:r>
              <a:rPr lang="en-US" sz="1200" dirty="0">
                <a:solidFill>
                  <a:schemeClr val="tx1">
                    <a:tint val="75000"/>
                  </a:schemeClr>
                </a:solidFill>
                <a:latin typeface="+mn-lt"/>
                <a:cs typeface="+mn-cs"/>
              </a:rPr>
              <a:t>Project Title</a:t>
            </a:r>
          </a:p>
        </p:txBody>
      </p:sp>
      <p:sp>
        <p:nvSpPr>
          <p:cNvPr id="15365" name="Slide Number Placeholder 10">
            <a:extLst>
              <a:ext uri="{FF2B5EF4-FFF2-40B4-BE49-F238E27FC236}">
                <a16:creationId xmlns:a16="http://schemas.microsoft.com/office/drawing/2014/main" id="{183538CF-5CE1-0A20-A29E-FF4286BF595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8AB065BE-DECC-4CE6-BE9F-19C1F09E19DE}"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2</a:t>
            </a:fld>
            <a:endParaRPr lang="en-US" altLang="en-US" sz="1200">
              <a:solidFill>
                <a:srgbClr val="898989"/>
              </a:solidFill>
              <a:latin typeface="Calibri" panose="020F0502020204030204" pitchFamily="34" charset="0"/>
              <a:cs typeface="Arial" panose="020B0604020202020204" pitchFamily="34" charset="0"/>
            </a:endParaRPr>
          </a:p>
        </p:txBody>
      </p:sp>
      <p:sp>
        <p:nvSpPr>
          <p:cNvPr id="12" name="Footer Placeholder 11">
            <a:extLst>
              <a:ext uri="{FF2B5EF4-FFF2-40B4-BE49-F238E27FC236}">
                <a16:creationId xmlns:a16="http://schemas.microsoft.com/office/drawing/2014/main" id="{BECEE981-8CC8-E229-6010-463723291FC3}"/>
              </a:ext>
            </a:extLst>
          </p:cNvPr>
          <p:cNvSpPr>
            <a:spLocks noGrp="1"/>
          </p:cNvSpPr>
          <p:nvPr>
            <p:ph type="ftr" sz="quarter" idx="11"/>
          </p:nvPr>
        </p:nvSpPr>
        <p:spPr/>
        <p:txBody>
          <a:bodyPr/>
          <a:lstStyle/>
          <a:p>
            <a:pPr>
              <a:defRPr/>
            </a:pPr>
            <a:r>
              <a:rPr lang="en-US" dirty="0"/>
              <a:t>01/03/2023                                  </a:t>
            </a:r>
          </a:p>
        </p:txBody>
      </p:sp>
      <p:pic>
        <p:nvPicPr>
          <p:cNvPr id="15367" name="Picture 7" descr="Image result for sies gst logo">
            <a:extLst>
              <a:ext uri="{FF2B5EF4-FFF2-40B4-BE49-F238E27FC236}">
                <a16:creationId xmlns:a16="http://schemas.microsoft.com/office/drawing/2014/main" id="{55A2FC99-1E64-98CF-F8F8-7A3A93031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dirty="0">
                <a:latin typeface="Times New Roman"/>
                <a:cs typeface="Times New Roman"/>
              </a:rPr>
              <a:t>Introduction</a:t>
            </a:r>
            <a:endParaRPr lang="en-US" alt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3</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B17C1D-AB5C-2FA8-1511-CC6CE97CA540}"/>
              </a:ext>
            </a:extLst>
          </p:cNvPr>
          <p:cNvSpPr>
            <a:spLocks noGrp="1"/>
          </p:cNvSpPr>
          <p:nvPr>
            <p:ph idx="1"/>
          </p:nvPr>
        </p:nvSpPr>
        <p:spPr/>
        <p:txBody>
          <a:bodyPr/>
          <a:lstStyle/>
          <a:p>
            <a:r>
              <a:rPr lang="en-US" dirty="0"/>
              <a:t>Human Emotion Detection is applied in many areas where additional security or data about the person is a big requirement.</a:t>
            </a:r>
          </a:p>
          <a:p>
            <a:pPr algn="l"/>
            <a:r>
              <a:rPr lang="en-US" b="0" i="0" dirty="0">
                <a:solidFill>
                  <a:srgbClr val="000000"/>
                </a:solidFill>
                <a:effectLst/>
                <a:latin typeface="ff1"/>
              </a:rPr>
              <a:t>Computer Vision serves as a link between computer software and the visuals we see around us.</a:t>
            </a:r>
          </a:p>
          <a:p>
            <a:pPr algn="l"/>
            <a:r>
              <a:rPr lang="en-US" b="0" i="0" dirty="0">
                <a:solidFill>
                  <a:srgbClr val="000000"/>
                </a:solidFill>
                <a:effectLst/>
                <a:latin typeface="ff1"/>
              </a:rPr>
              <a:t> It enables computer software to comprehend and learn about the visuals in its environment. </a:t>
            </a:r>
          </a:p>
          <a:p>
            <a:endParaRPr lang="en-US" dirty="0"/>
          </a:p>
        </p:txBody>
      </p:sp>
    </p:spTree>
    <p:extLst>
      <p:ext uri="{BB962C8B-B14F-4D97-AF65-F5344CB8AC3E}">
        <p14:creationId xmlns:p14="http://schemas.microsoft.com/office/powerpoint/2010/main" val="867002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a:t>Literature Survey</a:t>
            </a:r>
          </a:p>
        </p:txBody>
      </p:sp>
      <p:graphicFrame>
        <p:nvGraphicFramePr>
          <p:cNvPr id="6" name="Content Placeholder 3">
            <a:extLst>
              <a:ext uri="{FF2B5EF4-FFF2-40B4-BE49-F238E27FC236}">
                <a16:creationId xmlns:a16="http://schemas.microsoft.com/office/drawing/2014/main" id="{2A343C58-0824-CC9A-A704-1325C2A8D982}"/>
              </a:ext>
            </a:extLst>
          </p:cNvPr>
          <p:cNvGraphicFramePr>
            <a:graphicFrameLocks noGrp="1"/>
          </p:cNvGraphicFramePr>
          <p:nvPr>
            <p:ph idx="1"/>
            <p:extLst>
              <p:ext uri="{D42A27DB-BD31-4B8C-83A1-F6EECF244321}">
                <p14:modId xmlns:p14="http://schemas.microsoft.com/office/powerpoint/2010/main" val="2110615307"/>
              </p:ext>
            </p:extLst>
          </p:nvPr>
        </p:nvGraphicFramePr>
        <p:xfrm>
          <a:off x="533400" y="1295400"/>
          <a:ext cx="8077200" cy="4953635"/>
        </p:xfrm>
        <a:graphic>
          <a:graphicData uri="http://schemas.openxmlformats.org/drawingml/2006/table">
            <a:tbl>
              <a:tblPr firstRow="1" bandRow="1">
                <a:tableStyleId>{5C22544A-7EE6-4342-B048-85BDC9FD1C3A}</a:tableStyleId>
              </a:tblPr>
              <a:tblGrid>
                <a:gridCol w="706755">
                  <a:extLst>
                    <a:ext uri="{9D8B030D-6E8A-4147-A177-3AD203B41FA5}">
                      <a16:colId xmlns:a16="http://schemas.microsoft.com/office/drawing/2014/main" val="20000"/>
                    </a:ext>
                  </a:extLst>
                </a:gridCol>
                <a:gridCol w="1312544">
                  <a:extLst>
                    <a:ext uri="{9D8B030D-6E8A-4147-A177-3AD203B41FA5}">
                      <a16:colId xmlns:a16="http://schemas.microsoft.com/office/drawing/2014/main" val="20001"/>
                    </a:ext>
                  </a:extLst>
                </a:gridCol>
                <a:gridCol w="2726056">
                  <a:extLst>
                    <a:ext uri="{9D8B030D-6E8A-4147-A177-3AD203B41FA5}">
                      <a16:colId xmlns:a16="http://schemas.microsoft.com/office/drawing/2014/main" val="20002"/>
                    </a:ext>
                  </a:extLst>
                </a:gridCol>
                <a:gridCol w="3331845">
                  <a:extLst>
                    <a:ext uri="{9D8B030D-6E8A-4147-A177-3AD203B41FA5}">
                      <a16:colId xmlns:a16="http://schemas.microsoft.com/office/drawing/2014/main" val="20003"/>
                    </a:ext>
                  </a:extLst>
                </a:gridCol>
              </a:tblGrid>
              <a:tr h="578485">
                <a:tc>
                  <a:txBody>
                    <a:bodyPr/>
                    <a:lstStyle/>
                    <a:p>
                      <a:pPr algn="ctr"/>
                      <a:r>
                        <a:rPr lang="en-US" sz="1600">
                          <a:latin typeface="Times New Roman"/>
                          <a:cs typeface="Times New Roman"/>
                        </a:rPr>
                        <a:t>Sr. No</a:t>
                      </a:r>
                    </a:p>
                  </a:txBody>
                  <a:tcPr/>
                </a:tc>
                <a:tc>
                  <a:txBody>
                    <a:bodyPr/>
                    <a:lstStyle/>
                    <a:p>
                      <a:pPr algn="ctr"/>
                      <a:r>
                        <a:rPr lang="en-US" sz="1600">
                          <a:latin typeface="Times New Roman"/>
                          <a:cs typeface="Times New Roman"/>
                        </a:rPr>
                        <a:t>Author </a:t>
                      </a:r>
                      <a:endParaRPr lang="en-US" sz="1600">
                        <a:latin typeface="Times New Roman" pitchFamily="18" charset="0"/>
                        <a:cs typeface="Times New Roman" pitchFamily="18" charset="0"/>
                      </a:endParaRPr>
                    </a:p>
                  </a:txBody>
                  <a:tcPr/>
                </a:tc>
                <a:tc>
                  <a:txBody>
                    <a:bodyPr/>
                    <a:lstStyle/>
                    <a:p>
                      <a:pPr algn="ctr"/>
                      <a:r>
                        <a:rPr lang="en-US" sz="1600">
                          <a:latin typeface="Times New Roman"/>
                          <a:cs typeface="Times New Roman"/>
                        </a:rPr>
                        <a:t>Title &amp; Publication</a:t>
                      </a:r>
                    </a:p>
                  </a:txBody>
                  <a:tcPr/>
                </a:tc>
                <a:tc>
                  <a:txBody>
                    <a:bodyPr/>
                    <a:lstStyle/>
                    <a:p>
                      <a:pPr algn="ctr"/>
                      <a:r>
                        <a:rPr lang="en-US" sz="1600">
                          <a:latin typeface="Times New Roman"/>
                          <a:cs typeface="Times New Roman"/>
                        </a:rPr>
                        <a:t>Key findings/Gap</a:t>
                      </a:r>
                    </a:p>
                  </a:txBody>
                  <a:tcPr/>
                </a:tc>
                <a:extLst>
                  <a:ext uri="{0D108BD9-81ED-4DB2-BD59-A6C34878D82A}">
                    <a16:rowId xmlns:a16="http://schemas.microsoft.com/office/drawing/2014/main" val="10000"/>
                  </a:ext>
                </a:extLst>
              </a:tr>
              <a:tr h="1914733">
                <a:tc>
                  <a:txBody>
                    <a:bodyPr/>
                    <a:lstStyle/>
                    <a:p>
                      <a:r>
                        <a:rPr kumimoji="0" lang="en-US" sz="1800" kern="1200" baseline="0">
                          <a:solidFill>
                            <a:schemeClr val="dk1"/>
                          </a:solidFill>
                          <a:latin typeface="Times New Roman"/>
                          <a:ea typeface="+mn-ea"/>
                          <a:cs typeface="Times New Roman"/>
                        </a:rPr>
                        <a:t>1</a:t>
                      </a:r>
                    </a:p>
                  </a:txBody>
                  <a:tcPr/>
                </a:tc>
                <a:tc>
                  <a:txBody>
                    <a:bodyPr/>
                    <a:lstStyle/>
                    <a:p>
                      <a:pPr marL="0" marR="0">
                        <a:lnSpc>
                          <a:spcPct val="115000"/>
                        </a:lnSpc>
                        <a:spcBef>
                          <a:spcPts val="0"/>
                        </a:spcBef>
                        <a:spcAft>
                          <a:spcPts val="0"/>
                        </a:spcAft>
                      </a:pPr>
                      <a:r>
                        <a:rPr lang="de-DE" sz="1800">
                          <a:latin typeface="Times New Roman" panose="02020603050405020304" pitchFamily="18" charset="0"/>
                          <a:cs typeface="Times New Roman" panose="02020603050405020304" pitchFamily="18" charset="0"/>
                        </a:rPr>
                        <a:t>X. C. F. W. a. J. S. D. Chen</a:t>
                      </a:r>
                      <a:endParaRPr lang="en-US" sz="1800">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Blessing of Dimensionality: High-Dimensional Feature and Its Efficient Compression for Face Verification, 2013.</a:t>
                      </a:r>
                      <a:endParaRPr lang="en-US" sz="1800">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r>
                        <a:rPr lang="en-US" sz="1800" kern="1200">
                          <a:solidFill>
                            <a:srgbClr val="222222"/>
                          </a:solidFill>
                          <a:latin typeface="Times New Roman"/>
                          <a:ea typeface="Times New Roman"/>
                          <a:cs typeface="Times New Roman"/>
                        </a:rPr>
                        <a:t>Static positioning of face </a:t>
                      </a:r>
                    </a:p>
                  </a:txBody>
                  <a:tcPr/>
                </a:tc>
                <a:extLst>
                  <a:ext uri="{0D108BD9-81ED-4DB2-BD59-A6C34878D82A}">
                    <a16:rowId xmlns:a16="http://schemas.microsoft.com/office/drawing/2014/main" val="10001"/>
                  </a:ext>
                </a:extLst>
              </a:tr>
              <a:tr h="2459782">
                <a:tc>
                  <a:txBody>
                    <a:bodyPr/>
                    <a:lstStyle/>
                    <a:p>
                      <a:r>
                        <a:rPr kumimoji="0" lang="en-US" sz="1400" kern="1200" baseline="0">
                          <a:solidFill>
                            <a:schemeClr val="dk1"/>
                          </a:solidFill>
                          <a:latin typeface="Times New Roman"/>
                          <a:ea typeface="+mn-ea"/>
                          <a:cs typeface="Times New Roman"/>
                        </a:rPr>
                        <a:t>2</a:t>
                      </a:r>
                    </a:p>
                  </a:txBody>
                  <a:tcPr/>
                </a:tc>
                <a:tc>
                  <a:txBody>
                    <a:bodyPr/>
                    <a:lstStyle/>
                    <a:p>
                      <a:pPr marL="0" marR="0">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E. H. G. R. A. L. H. Learned-Miller</a:t>
                      </a:r>
                      <a:endParaRPr lang="en-US" sz="1800" kern="1200">
                        <a:solidFill>
                          <a:srgbClr val="222222"/>
                        </a:solidFill>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 Labeled Faces in the Wild: A Survey," Advances in Face Detection and Facial Image Analysis, 2016.</a:t>
                      </a:r>
                      <a:endParaRPr lang="en-US" sz="1800" kern="1200">
                        <a:solidFill>
                          <a:srgbClr val="222222"/>
                        </a:solidFill>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pPr indent="0">
                        <a:buNone/>
                      </a:pPr>
                      <a:r>
                        <a:rPr lang="en-US" sz="1800" b="0" kern="1200">
                          <a:solidFill>
                            <a:srgbClr val="222222"/>
                          </a:solidFill>
                          <a:latin typeface="Times New Roman"/>
                          <a:ea typeface="Times New Roman"/>
                          <a:cs typeface="Times New Roman"/>
                        </a:rPr>
                        <a:t>Finding image similarities are difficult for compute</a:t>
                      </a:r>
                      <a:endParaRPr lang="en-US" sz="1800" b="1" kern="1200">
                        <a:solidFill>
                          <a:srgbClr val="222222"/>
                        </a:solidFill>
                        <a:latin typeface="Times New Roman"/>
                        <a:ea typeface="Times New Roman"/>
                        <a:cs typeface="Times New Roman"/>
                      </a:endParaRPr>
                    </a:p>
                  </a:txBody>
                  <a:tcPr/>
                </a:tc>
                <a:extLst>
                  <a:ext uri="{0D108BD9-81ED-4DB2-BD59-A6C34878D82A}">
                    <a16:rowId xmlns:a16="http://schemas.microsoft.com/office/drawing/2014/main" val="10002"/>
                  </a:ext>
                </a:extLst>
              </a:tr>
            </a:tbl>
          </a:graphicData>
        </a:graphic>
      </p:graphicFrame>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4</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a:t>Literature Survey</a:t>
            </a:r>
          </a:p>
        </p:txBody>
      </p:sp>
      <p:graphicFrame>
        <p:nvGraphicFramePr>
          <p:cNvPr id="6" name="Content Placeholder 3">
            <a:extLst>
              <a:ext uri="{FF2B5EF4-FFF2-40B4-BE49-F238E27FC236}">
                <a16:creationId xmlns:a16="http://schemas.microsoft.com/office/drawing/2014/main" id="{2A343C58-0824-CC9A-A704-1325C2A8D982}"/>
              </a:ext>
            </a:extLst>
          </p:cNvPr>
          <p:cNvGraphicFramePr>
            <a:graphicFrameLocks noGrp="1"/>
          </p:cNvGraphicFramePr>
          <p:nvPr>
            <p:ph idx="1"/>
            <p:extLst>
              <p:ext uri="{D42A27DB-BD31-4B8C-83A1-F6EECF244321}">
                <p14:modId xmlns:p14="http://schemas.microsoft.com/office/powerpoint/2010/main" val="3433689790"/>
              </p:ext>
            </p:extLst>
          </p:nvPr>
        </p:nvGraphicFramePr>
        <p:xfrm>
          <a:off x="533400" y="1295400"/>
          <a:ext cx="8077200" cy="4953635"/>
        </p:xfrm>
        <a:graphic>
          <a:graphicData uri="http://schemas.openxmlformats.org/drawingml/2006/table">
            <a:tbl>
              <a:tblPr firstRow="1" bandRow="1">
                <a:tableStyleId>{5C22544A-7EE6-4342-B048-85BDC9FD1C3A}</a:tableStyleId>
              </a:tblPr>
              <a:tblGrid>
                <a:gridCol w="706755">
                  <a:extLst>
                    <a:ext uri="{9D8B030D-6E8A-4147-A177-3AD203B41FA5}">
                      <a16:colId xmlns:a16="http://schemas.microsoft.com/office/drawing/2014/main" val="20000"/>
                    </a:ext>
                  </a:extLst>
                </a:gridCol>
                <a:gridCol w="1312544">
                  <a:extLst>
                    <a:ext uri="{9D8B030D-6E8A-4147-A177-3AD203B41FA5}">
                      <a16:colId xmlns:a16="http://schemas.microsoft.com/office/drawing/2014/main" val="20001"/>
                    </a:ext>
                  </a:extLst>
                </a:gridCol>
                <a:gridCol w="2726056">
                  <a:extLst>
                    <a:ext uri="{9D8B030D-6E8A-4147-A177-3AD203B41FA5}">
                      <a16:colId xmlns:a16="http://schemas.microsoft.com/office/drawing/2014/main" val="20002"/>
                    </a:ext>
                  </a:extLst>
                </a:gridCol>
                <a:gridCol w="3331845">
                  <a:extLst>
                    <a:ext uri="{9D8B030D-6E8A-4147-A177-3AD203B41FA5}">
                      <a16:colId xmlns:a16="http://schemas.microsoft.com/office/drawing/2014/main" val="20003"/>
                    </a:ext>
                  </a:extLst>
                </a:gridCol>
              </a:tblGrid>
              <a:tr h="578485">
                <a:tc>
                  <a:txBody>
                    <a:bodyPr/>
                    <a:lstStyle/>
                    <a:p>
                      <a:pPr algn="ctr"/>
                      <a:r>
                        <a:rPr lang="en-US" sz="1600">
                          <a:latin typeface="Times New Roman"/>
                          <a:cs typeface="Times New Roman"/>
                        </a:rPr>
                        <a:t>Sr. No</a:t>
                      </a:r>
                    </a:p>
                  </a:txBody>
                  <a:tcPr/>
                </a:tc>
                <a:tc>
                  <a:txBody>
                    <a:bodyPr/>
                    <a:lstStyle/>
                    <a:p>
                      <a:pPr algn="ctr"/>
                      <a:r>
                        <a:rPr lang="en-US" sz="1600">
                          <a:latin typeface="Times New Roman"/>
                          <a:cs typeface="Times New Roman"/>
                        </a:rPr>
                        <a:t>Author </a:t>
                      </a:r>
                      <a:endParaRPr lang="en-US" sz="1600">
                        <a:latin typeface="Times New Roman" pitchFamily="18" charset="0"/>
                        <a:cs typeface="Times New Roman" pitchFamily="18" charset="0"/>
                      </a:endParaRPr>
                    </a:p>
                  </a:txBody>
                  <a:tcPr/>
                </a:tc>
                <a:tc>
                  <a:txBody>
                    <a:bodyPr/>
                    <a:lstStyle/>
                    <a:p>
                      <a:pPr algn="ctr"/>
                      <a:r>
                        <a:rPr lang="en-US" sz="1600">
                          <a:latin typeface="Times New Roman"/>
                          <a:cs typeface="Times New Roman"/>
                        </a:rPr>
                        <a:t>Title &amp; Publication</a:t>
                      </a:r>
                    </a:p>
                  </a:txBody>
                  <a:tcPr/>
                </a:tc>
                <a:tc>
                  <a:txBody>
                    <a:bodyPr/>
                    <a:lstStyle/>
                    <a:p>
                      <a:pPr algn="ctr"/>
                      <a:r>
                        <a:rPr lang="en-US" sz="1600">
                          <a:latin typeface="Times New Roman"/>
                          <a:cs typeface="Times New Roman"/>
                        </a:rPr>
                        <a:t>Key findings/Gap</a:t>
                      </a:r>
                    </a:p>
                  </a:txBody>
                  <a:tcPr/>
                </a:tc>
                <a:extLst>
                  <a:ext uri="{0D108BD9-81ED-4DB2-BD59-A6C34878D82A}">
                    <a16:rowId xmlns:a16="http://schemas.microsoft.com/office/drawing/2014/main" val="10000"/>
                  </a:ext>
                </a:extLst>
              </a:tr>
              <a:tr h="1914733">
                <a:tc>
                  <a:txBody>
                    <a:bodyPr/>
                    <a:lstStyle/>
                    <a:p>
                      <a:r>
                        <a:rPr kumimoji="0" lang="en-US" sz="1800" kern="1200" baseline="0">
                          <a:solidFill>
                            <a:schemeClr val="dk1"/>
                          </a:solidFill>
                          <a:latin typeface="Times New Roman"/>
                          <a:ea typeface="+mn-ea"/>
                          <a:cs typeface="Times New Roman"/>
                        </a:rPr>
                        <a:t>3</a:t>
                      </a:r>
                    </a:p>
                  </a:txBody>
                  <a:tcPr/>
                </a:tc>
                <a:tc>
                  <a:txBody>
                    <a:bodyPr/>
                    <a:lstStyle/>
                    <a:p>
                      <a:pPr marL="0" marR="0">
                        <a:lnSpc>
                          <a:spcPct val="115000"/>
                        </a:lnSpc>
                        <a:spcBef>
                          <a:spcPts val="0"/>
                        </a:spcBef>
                        <a:spcAft>
                          <a:spcPts val="0"/>
                        </a:spcAft>
                      </a:pPr>
                      <a:r>
                        <a:rPr lang="en-IN" sz="1800">
                          <a:latin typeface="Times New Roman" panose="02020603050405020304" pitchFamily="18" charset="0"/>
                          <a:cs typeface="Times New Roman" panose="02020603050405020304" pitchFamily="18" charset="0"/>
                        </a:rPr>
                        <a:t>Tengfei Song, Wenming Zheng, Cheng Lu</a:t>
                      </a:r>
                      <a:endParaRPr lang="en-US" sz="1800">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IN" sz="1800">
                          <a:latin typeface="Times New Roman" panose="02020603050405020304" pitchFamily="18" charset="0"/>
                          <a:cs typeface="Times New Roman" panose="02020603050405020304" pitchFamily="18" charset="0"/>
                        </a:rPr>
                        <a:t>A Multi-Modal Physiological Emotion Database for Discrete Emotion Recognition, 2019.</a:t>
                      </a:r>
                      <a:endParaRPr lang="en-US" sz="1800">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r>
                        <a:rPr lang="en-US" sz="1800" kern="1200">
                          <a:solidFill>
                            <a:srgbClr val="222222"/>
                          </a:solidFill>
                          <a:latin typeface="Times New Roman" panose="02020603050405020304" pitchFamily="18" charset="0"/>
                          <a:ea typeface="Times New Roman"/>
                          <a:cs typeface="Times New Roman" panose="02020603050405020304" pitchFamily="18" charset="0"/>
                        </a:rPr>
                        <a:t>High Data-Traffic results in delayed output</a:t>
                      </a:r>
                    </a:p>
                  </a:txBody>
                  <a:tcPr/>
                </a:tc>
                <a:extLst>
                  <a:ext uri="{0D108BD9-81ED-4DB2-BD59-A6C34878D82A}">
                    <a16:rowId xmlns:a16="http://schemas.microsoft.com/office/drawing/2014/main" val="10001"/>
                  </a:ext>
                </a:extLst>
              </a:tr>
              <a:tr h="2459782">
                <a:tc>
                  <a:txBody>
                    <a:bodyPr/>
                    <a:lstStyle/>
                    <a:p>
                      <a:r>
                        <a:rPr kumimoji="0" lang="en-US" sz="1400" kern="1200" baseline="0">
                          <a:solidFill>
                            <a:schemeClr val="dk1"/>
                          </a:solidFill>
                          <a:latin typeface="Times New Roman"/>
                          <a:ea typeface="+mn-ea"/>
                          <a:cs typeface="Times New Roman"/>
                        </a:rPr>
                        <a:t>4</a:t>
                      </a:r>
                    </a:p>
                  </a:txBody>
                  <a:tcPr/>
                </a:tc>
                <a:tc>
                  <a:txBody>
                    <a:bodyPr/>
                    <a:lstStyle/>
                    <a:p>
                      <a:pPr marL="0" marR="0">
                        <a:lnSpc>
                          <a:spcPct val="115000"/>
                        </a:lnSpc>
                        <a:spcBef>
                          <a:spcPts val="0"/>
                        </a:spcBef>
                        <a:spcAft>
                          <a:spcPts val="0"/>
                        </a:spcAft>
                      </a:pPr>
                      <a:r>
                        <a:rPr lang="en-IN" sz="1800">
                          <a:latin typeface="Times New Roman" panose="02020603050405020304" pitchFamily="18" charset="0"/>
                          <a:cs typeface="Times New Roman" panose="02020603050405020304" pitchFamily="18" charset="0"/>
                        </a:rPr>
                        <a:t>Weihong Deng, Jiani Hu</a:t>
                      </a:r>
                      <a:endParaRPr lang="en-US" sz="1800" kern="1200">
                        <a:solidFill>
                          <a:srgbClr val="222222"/>
                        </a:solidFill>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DeepEmo: Real-world Facial Expression Analysis via Deep Learning, 2015.</a:t>
                      </a:r>
                      <a:endParaRPr lang="en-US" sz="1800" kern="1200">
                        <a:solidFill>
                          <a:srgbClr val="222222"/>
                        </a:solidFill>
                        <a:latin typeface="Times New Roman" panose="02020603050405020304" pitchFamily="18" charset="0"/>
                        <a:ea typeface="Times New Roman"/>
                        <a:cs typeface="Times New Roman" panose="02020603050405020304" pitchFamily="18" charset="0"/>
                      </a:endParaRPr>
                    </a:p>
                  </a:txBody>
                  <a:tcPr marL="68580" marR="68580" marT="0" marB="0"/>
                </a:tc>
                <a:tc>
                  <a:txBody>
                    <a:bodyPr/>
                    <a:lstStyle/>
                    <a:p>
                      <a:pPr indent="0">
                        <a:buNone/>
                      </a:pPr>
                      <a:r>
                        <a:rPr lang="en-US" sz="1800" b="0" kern="1200" dirty="0">
                          <a:solidFill>
                            <a:srgbClr val="222222"/>
                          </a:solidFill>
                          <a:latin typeface="Times New Roman" panose="02020603050405020304" pitchFamily="18" charset="0"/>
                          <a:ea typeface="Times New Roman"/>
                          <a:cs typeface="Times New Roman" panose="02020603050405020304" pitchFamily="18" charset="0"/>
                        </a:rPr>
                        <a:t>Less Accuracy</a:t>
                      </a:r>
                    </a:p>
                  </a:txBody>
                  <a:tcPr/>
                </a:tc>
                <a:extLst>
                  <a:ext uri="{0D108BD9-81ED-4DB2-BD59-A6C34878D82A}">
                    <a16:rowId xmlns:a16="http://schemas.microsoft.com/office/drawing/2014/main" val="10002"/>
                  </a:ext>
                </a:extLst>
              </a:tr>
            </a:tbl>
          </a:graphicData>
        </a:graphic>
      </p:graphicFrame>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5</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0614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dirty="0">
                <a:latin typeface="Times New Roman"/>
                <a:cs typeface="Times New Roman"/>
              </a:rPr>
              <a:t>Existing System</a:t>
            </a:r>
            <a:endParaRPr lang="en-US" alt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6</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B17C1D-AB5C-2FA8-1511-CC6CE97CA540}"/>
              </a:ext>
            </a:extLst>
          </p:cNvPr>
          <p:cNvSpPr>
            <a:spLocks noGrp="1"/>
          </p:cNvSpPr>
          <p:nvPr>
            <p:ph idx="1"/>
          </p:nvPr>
        </p:nvSpPr>
        <p:spPr/>
        <p:txBody>
          <a:bodyPr/>
          <a:lstStyle/>
          <a:p>
            <a:r>
              <a:rPr lang="en-US" dirty="0">
                <a:latin typeface="Times New Roman"/>
                <a:cs typeface="Times New Roman"/>
              </a:rPr>
              <a:t>Face Detection under Different Lighting.</a:t>
            </a:r>
            <a:endParaRPr lang="en-US" dirty="0"/>
          </a:p>
          <a:p>
            <a:r>
              <a:rPr lang="en-US" dirty="0">
                <a:latin typeface="Times New Roman"/>
                <a:cs typeface="Times New Roman"/>
              </a:rPr>
              <a:t>Difficulty in recognizing hair-like attributes and facial features.</a:t>
            </a:r>
          </a:p>
          <a:p>
            <a:r>
              <a:rPr lang="en-US" dirty="0">
                <a:latin typeface="Times New Roman"/>
                <a:cs typeface="Times New Roman"/>
              </a:rPr>
              <a:t>Varying camera angles can hinder the performance.</a:t>
            </a:r>
          </a:p>
          <a:p>
            <a:r>
              <a:rPr lang="en-US" dirty="0">
                <a:latin typeface="Times New Roman"/>
                <a:cs typeface="Times New Roman"/>
              </a:rPr>
              <a:t>Current libraries like Dlib and py-face-recognition have comparatively less accuracy.</a:t>
            </a:r>
            <a:endParaRPr lang="en-US" dirty="0"/>
          </a:p>
        </p:txBody>
      </p:sp>
    </p:spTree>
    <p:extLst>
      <p:ext uri="{BB962C8B-B14F-4D97-AF65-F5344CB8AC3E}">
        <p14:creationId xmlns:p14="http://schemas.microsoft.com/office/powerpoint/2010/main" val="3735641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dirty="0">
                <a:latin typeface="Times New Roman"/>
                <a:cs typeface="Times New Roman"/>
              </a:rPr>
              <a:t>Methodology</a:t>
            </a:r>
            <a:endParaRPr lang="en-US" alt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7</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B17C1D-AB5C-2FA8-1511-CC6CE97CA540}"/>
              </a:ext>
            </a:extLst>
          </p:cNvPr>
          <p:cNvSpPr>
            <a:spLocks noGrp="1"/>
          </p:cNvSpPr>
          <p:nvPr>
            <p:ph idx="1"/>
          </p:nvPr>
        </p:nvSpPr>
        <p:spPr/>
        <p:txBody>
          <a:bodyPr/>
          <a:lstStyle/>
          <a:p>
            <a:r>
              <a:rPr lang="en-US" dirty="0">
                <a:latin typeface="Times New Roman"/>
                <a:cs typeface="Times New Roman"/>
              </a:rPr>
              <a:t>The objective is to create a GUI which can capture the facial expression of the person and based on that calculate, produce the output. The result can be calculated based on real time image.</a:t>
            </a:r>
          </a:p>
          <a:p>
            <a:r>
              <a:rPr lang="en-US" dirty="0">
                <a:latin typeface="Times New Roman"/>
                <a:cs typeface="Times New Roman"/>
              </a:rPr>
              <a:t>OpenCV is more accurate </a:t>
            </a:r>
          </a:p>
          <a:p>
            <a:r>
              <a:rPr lang="en-US" dirty="0">
                <a:latin typeface="Times New Roman"/>
                <a:cs typeface="Times New Roman"/>
              </a:rPr>
              <a:t>Improved facial recognition</a:t>
            </a:r>
            <a:r>
              <a:rPr lang="en-US">
                <a:latin typeface="Times New Roman"/>
                <a:cs typeface="Times New Roman"/>
              </a:rPr>
              <a:t>.</a:t>
            </a:r>
          </a:p>
        </p:txBody>
      </p:sp>
    </p:spTree>
    <p:extLst>
      <p:ext uri="{BB962C8B-B14F-4D97-AF65-F5344CB8AC3E}">
        <p14:creationId xmlns:p14="http://schemas.microsoft.com/office/powerpoint/2010/main" val="2853775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dirty="0">
                <a:latin typeface="Times New Roman"/>
                <a:cs typeface="Times New Roman"/>
              </a:rPr>
              <a:t>Problem Definition</a:t>
            </a:r>
            <a:endParaRPr lang="en-US" alt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8</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B17C1D-AB5C-2FA8-1511-CC6CE97CA540}"/>
              </a:ext>
            </a:extLst>
          </p:cNvPr>
          <p:cNvSpPr>
            <a:spLocks noGrp="1"/>
          </p:cNvSpPr>
          <p:nvPr>
            <p:ph idx="1"/>
          </p:nvPr>
        </p:nvSpPr>
        <p:spPr/>
        <p:txBody>
          <a:bodyPr/>
          <a:lstStyle/>
          <a:p>
            <a:r>
              <a:rPr lang="en-US">
                <a:latin typeface="Times New Roman"/>
                <a:cs typeface="Times New Roman"/>
              </a:rPr>
              <a:t>Need for advanced &amp; real-time emotion  detection.</a:t>
            </a:r>
          </a:p>
          <a:p>
            <a:r>
              <a:rPr lang="en-US">
                <a:latin typeface="Times New Roman"/>
                <a:cs typeface="Times New Roman"/>
              </a:rPr>
              <a:t>Machine learning systems and deep learning models make this technology essential.</a:t>
            </a:r>
            <a:endParaRPr lang="en-US"/>
          </a:p>
          <a:p>
            <a:r>
              <a:rPr lang="en-US">
                <a:latin typeface="Times New Roman"/>
                <a:cs typeface="Times New Roman"/>
              </a:rPr>
              <a:t>The presence of data in the form of videos, audios, images.</a:t>
            </a:r>
          </a:p>
          <a:p>
            <a:endParaRPr lang="en-US">
              <a:latin typeface="Times New Roman"/>
              <a:cs typeface="Times New Roman"/>
            </a:endParaRPr>
          </a:p>
        </p:txBody>
      </p:sp>
    </p:spTree>
    <p:extLst>
      <p:ext uri="{BB962C8B-B14F-4D97-AF65-F5344CB8AC3E}">
        <p14:creationId xmlns:p14="http://schemas.microsoft.com/office/powerpoint/2010/main" val="299862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dirty="0">
                <a:latin typeface="Times New Roman"/>
                <a:cs typeface="Times New Roman"/>
              </a:rPr>
              <a:t>Hardware &amp; Software</a:t>
            </a:r>
            <a:br>
              <a:rPr lang="en-US" altLang="en-US" dirty="0">
                <a:latin typeface="Times New Roman"/>
                <a:cs typeface="Times New Roman"/>
              </a:rPr>
            </a:br>
            <a:r>
              <a:rPr lang="en-US" altLang="en-US" dirty="0">
                <a:latin typeface="Times New Roman"/>
                <a:cs typeface="Times New Roman"/>
              </a:rPr>
              <a:t>Requirement</a:t>
            </a:r>
            <a:endParaRPr lang="en-US" altLang="en-US" dirty="0"/>
          </a:p>
        </p:txBody>
      </p:sp>
      <p:sp>
        <p:nvSpPr>
          <p:cNvPr id="2" name="Content Placeholder 1">
            <a:extLst>
              <a:ext uri="{FF2B5EF4-FFF2-40B4-BE49-F238E27FC236}">
                <a16:creationId xmlns:a16="http://schemas.microsoft.com/office/drawing/2014/main" id="{3DF31BEF-5E75-BFE3-BB0E-68462AF3627A}"/>
              </a:ext>
            </a:extLst>
          </p:cNvPr>
          <p:cNvSpPr>
            <a:spLocks noGrp="1"/>
          </p:cNvSpPr>
          <p:nvPr>
            <p:ph sz="half" idx="1"/>
          </p:nvPr>
        </p:nvSpPr>
        <p:spPr/>
        <p:txBody>
          <a:bodyPr/>
          <a:lstStyle/>
          <a:p>
            <a:r>
              <a:rPr lang="en-IN" dirty="0"/>
              <a:t>Hardware</a:t>
            </a:r>
          </a:p>
          <a:p>
            <a:endParaRPr lang="en-IN" dirty="0"/>
          </a:p>
          <a:p>
            <a:r>
              <a:rPr lang="en-IN" dirty="0"/>
              <a:t>8 GB or above RAM with minimum 2 GB GPU</a:t>
            </a:r>
          </a:p>
          <a:p>
            <a:r>
              <a:rPr lang="en-IN" dirty="0"/>
              <a:t>Intel I5/Ryzen 5</a:t>
            </a:r>
          </a:p>
          <a:p>
            <a:pPr algn="l">
              <a:buFont typeface="Arial" panose="020B0604020202020204" pitchFamily="34" charset="0"/>
              <a:buChar char="•"/>
            </a:pPr>
            <a:r>
              <a:rPr lang="en-IN" dirty="0">
                <a:solidFill>
                  <a:srgbClr val="212529"/>
                </a:solidFill>
                <a:latin typeface="Inter"/>
              </a:rPr>
              <a:t>240</a:t>
            </a:r>
            <a:r>
              <a:rPr lang="en-IN" b="0" i="0" dirty="0">
                <a:solidFill>
                  <a:srgbClr val="212529"/>
                </a:solidFill>
                <a:effectLst/>
                <a:latin typeface="Inter"/>
              </a:rPr>
              <a:t> GB SSD(Minimum)</a:t>
            </a:r>
          </a:p>
          <a:p>
            <a:r>
              <a:rPr lang="en-IN" dirty="0"/>
              <a:t>In-built Camera</a:t>
            </a:r>
          </a:p>
        </p:txBody>
      </p:sp>
      <p:sp>
        <p:nvSpPr>
          <p:cNvPr id="4" name="Content Placeholder 3">
            <a:extLst>
              <a:ext uri="{FF2B5EF4-FFF2-40B4-BE49-F238E27FC236}">
                <a16:creationId xmlns:a16="http://schemas.microsoft.com/office/drawing/2014/main" id="{000C3FDB-61AC-03B7-AD26-5C030A3E8814}"/>
              </a:ext>
            </a:extLst>
          </p:cNvPr>
          <p:cNvSpPr>
            <a:spLocks noGrp="1"/>
          </p:cNvSpPr>
          <p:nvPr>
            <p:ph sz="half" idx="2"/>
          </p:nvPr>
        </p:nvSpPr>
        <p:spPr/>
        <p:txBody>
          <a:bodyPr/>
          <a:lstStyle/>
          <a:p>
            <a:r>
              <a:rPr lang="en-IN" dirty="0"/>
              <a:t>Software</a:t>
            </a:r>
          </a:p>
          <a:p>
            <a:endParaRPr lang="en-IN" dirty="0"/>
          </a:p>
          <a:p>
            <a:r>
              <a:rPr lang="en-IN" dirty="0"/>
              <a:t>Windows 10 or above OS</a:t>
            </a:r>
          </a:p>
          <a:p>
            <a:r>
              <a:rPr lang="en-IN" dirty="0" err="1"/>
              <a:t>Jupyter</a:t>
            </a:r>
            <a:r>
              <a:rPr lang="en-IN" dirty="0"/>
              <a:t> Notebook</a:t>
            </a:r>
          </a:p>
          <a:p>
            <a:r>
              <a:rPr lang="en-IN" dirty="0"/>
              <a:t>Google Colab</a:t>
            </a:r>
          </a:p>
          <a:p>
            <a:r>
              <a:rPr lang="en-IN" dirty="0"/>
              <a:t>Dropbox</a:t>
            </a: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9</a:t>
            </a:fld>
            <a:endParaRPr lang="en-US" altLang="en-US" sz="1200">
              <a:solidFill>
                <a:srgbClr val="898989"/>
              </a:solidFill>
              <a:latin typeface="Calibri" panose="020F0502020204030204" pitchFamily="34" charset="0"/>
              <a:cs typeface="Arial" panose="020B0604020202020204" pitchFamily="34" charset="0"/>
            </a:endParaRP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9983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dirty="0">
                <a:latin typeface="Times New Roman"/>
                <a:cs typeface="Times New Roman"/>
              </a:rPr>
              <a:t>System Architecture</a:t>
            </a:r>
            <a:endParaRPr lang="en-US" alt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10</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Content Placeholder 9" descr="Diagram&#10;&#10;Description automatically generated">
            <a:extLst>
              <a:ext uri="{FF2B5EF4-FFF2-40B4-BE49-F238E27FC236}">
                <a16:creationId xmlns:a16="http://schemas.microsoft.com/office/drawing/2014/main" id="{12695F51-513F-FE00-40B8-6B14951E62BE}"/>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t="4673" b="5631"/>
          <a:stretch/>
        </p:blipFill>
        <p:spPr>
          <a:xfrm>
            <a:off x="738102" y="2057400"/>
            <a:ext cx="7667796" cy="3733006"/>
          </a:xfrm>
        </p:spPr>
      </p:pic>
    </p:spTree>
    <p:extLst>
      <p:ext uri="{BB962C8B-B14F-4D97-AF65-F5344CB8AC3E}">
        <p14:creationId xmlns:p14="http://schemas.microsoft.com/office/powerpoint/2010/main" val="1459767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dirty="0">
                <a:latin typeface="Times New Roman"/>
                <a:cs typeface="Times New Roman"/>
              </a:rPr>
              <a:t>Applications</a:t>
            </a:r>
            <a:endParaRPr lang="en-US" alt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11</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B17C1D-AB5C-2FA8-1511-CC6CE97CA540}"/>
              </a:ext>
            </a:extLst>
          </p:cNvPr>
          <p:cNvSpPr>
            <a:spLocks noGrp="1"/>
          </p:cNvSpPr>
          <p:nvPr>
            <p:ph idx="1"/>
          </p:nvPr>
        </p:nvSpPr>
        <p:spPr/>
        <p:txBody>
          <a:bodyPr/>
          <a:lstStyle/>
          <a:p>
            <a:r>
              <a:rPr lang="en-US" sz="4000" b="1" i="0" dirty="0">
                <a:solidFill>
                  <a:srgbClr val="000000"/>
                </a:solidFill>
                <a:effectLst/>
              </a:rPr>
              <a:t>Safe and personalized cars</a:t>
            </a:r>
          </a:p>
          <a:p>
            <a:r>
              <a:rPr lang="en-US" sz="4000" b="1" i="0" dirty="0">
                <a:solidFill>
                  <a:srgbClr val="000000"/>
                </a:solidFill>
                <a:effectLst/>
              </a:rPr>
              <a:t>Retail Stores</a:t>
            </a:r>
            <a:endParaRPr lang="en-US" sz="4000" b="0" i="0" dirty="0">
              <a:solidFill>
                <a:srgbClr val="000000"/>
              </a:solidFill>
              <a:effectLst/>
            </a:endParaRPr>
          </a:p>
          <a:p>
            <a:r>
              <a:rPr lang="en-US" sz="4000" b="1" i="0" dirty="0">
                <a:effectLst/>
              </a:rPr>
              <a:t>Law enforcement &amp; </a:t>
            </a:r>
            <a:r>
              <a:rPr lang="en-US" sz="4000" b="1" dirty="0"/>
              <a:t>M</a:t>
            </a:r>
            <a:r>
              <a:rPr lang="en-US" sz="4000" b="1" i="0" dirty="0">
                <a:effectLst/>
              </a:rPr>
              <a:t>onitoring</a:t>
            </a:r>
          </a:p>
          <a:p>
            <a:r>
              <a:rPr lang="en-US" sz="4000" b="1" i="0" dirty="0">
                <a:effectLst/>
              </a:rPr>
              <a:t>Surveillance</a:t>
            </a:r>
            <a:endParaRPr lang="en-US" sz="4000" b="0" i="0" dirty="0">
              <a:solidFill>
                <a:srgbClr val="000000"/>
              </a:solidFill>
              <a:effectLst/>
            </a:endParaRPr>
          </a:p>
          <a:p>
            <a:endParaRPr lang="en-US" dirty="0"/>
          </a:p>
        </p:txBody>
      </p:sp>
    </p:spTree>
    <p:extLst>
      <p:ext uri="{BB962C8B-B14F-4D97-AF65-F5344CB8AC3E}">
        <p14:creationId xmlns:p14="http://schemas.microsoft.com/office/powerpoint/2010/main" val="3365872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dirty="0">
                <a:latin typeface="Times New Roman"/>
                <a:cs typeface="Times New Roman"/>
              </a:rPr>
              <a:t>Future Scope</a:t>
            </a:r>
            <a:endParaRPr lang="en-US" alt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12</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B17C1D-AB5C-2FA8-1511-CC6CE97CA540}"/>
              </a:ext>
            </a:extLst>
          </p:cNvPr>
          <p:cNvSpPr>
            <a:spLocks noGrp="1"/>
          </p:cNvSpPr>
          <p:nvPr>
            <p:ph idx="1"/>
          </p:nvPr>
        </p:nvSpPr>
        <p:spPr/>
        <p:txBody>
          <a:bodyPr/>
          <a:lstStyle/>
          <a:p>
            <a:r>
              <a:rPr lang="en-US" sz="2800" dirty="0"/>
              <a:t>The future innovation in emotion recognition will allow machines to understand how people feel, which is the first step for them to fulfil our needs.</a:t>
            </a:r>
          </a:p>
          <a:p>
            <a:r>
              <a:rPr lang="en-US" sz="2800" dirty="0"/>
              <a:t>Speech emotion recognition is a system through which various audio speech files are classified into different emotions such as happy, sad, anger and neutral</a:t>
            </a:r>
            <a:r>
              <a:rPr lang="en-US" dirty="0"/>
              <a:t>.</a:t>
            </a:r>
          </a:p>
        </p:txBody>
      </p:sp>
    </p:spTree>
    <p:extLst>
      <p:ext uri="{BB962C8B-B14F-4D97-AF65-F5344CB8AC3E}">
        <p14:creationId xmlns:p14="http://schemas.microsoft.com/office/powerpoint/2010/main" val="1557799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altLang="en-US" dirty="0">
                <a:latin typeface="Times New Roman"/>
                <a:cs typeface="Times New Roman"/>
              </a:rPr>
              <a:t>Conclusion</a:t>
            </a:r>
            <a:endParaRPr lang="en-US" alt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13</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B17C1D-AB5C-2FA8-1511-CC6CE97CA540}"/>
              </a:ext>
            </a:extLst>
          </p:cNvPr>
          <p:cNvSpPr>
            <a:spLocks noGrp="1"/>
          </p:cNvSpPr>
          <p:nvPr>
            <p:ph idx="1"/>
          </p:nvPr>
        </p:nvSpPr>
        <p:spPr/>
        <p:txBody>
          <a:bodyPr/>
          <a:lstStyle/>
          <a:p>
            <a:r>
              <a:rPr lang="en-US" sz="2800" dirty="0"/>
              <a:t>In this project, we emphasize the important role of OpenCV in face detection and emotion recognition. We illustrate the popular algorithms in OpenCV that are used for face detection and emotion recognition. </a:t>
            </a:r>
          </a:p>
          <a:p>
            <a:r>
              <a:rPr lang="en-US" sz="2800" dirty="0"/>
              <a:t>We assessed &amp; compared recent literature reviews that use OpenCV to detect and recognize the human emotion in a variety of fields in order to improve human life.</a:t>
            </a:r>
          </a:p>
        </p:txBody>
      </p:sp>
    </p:spTree>
    <p:extLst>
      <p:ext uri="{BB962C8B-B14F-4D97-AF65-F5344CB8AC3E}">
        <p14:creationId xmlns:p14="http://schemas.microsoft.com/office/powerpoint/2010/main" val="2324411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dirty="0">
                <a:latin typeface="Times New Roman"/>
                <a:cs typeface="Times New Roman"/>
              </a:rPr>
              <a:t>References</a:t>
            </a:r>
            <a:endParaRPr 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14</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B17C1D-AB5C-2FA8-1511-CC6CE97CA540}"/>
              </a:ext>
            </a:extLst>
          </p:cNvPr>
          <p:cNvSpPr>
            <a:spLocks noGrp="1"/>
          </p:cNvSpPr>
          <p:nvPr>
            <p:ph idx="1"/>
          </p:nvPr>
        </p:nvSpPr>
        <p:spPr/>
        <p:txBody>
          <a:bodyPr/>
          <a:lstStyle/>
          <a:p>
            <a:r>
              <a:rPr lang="en-US" sz="2800" dirty="0"/>
              <a:t>Kumar N, Bhargava D. A scheme of features fusion for facial expression analysis: A facial action recognition[J]. Journal of Statistics and Management Systems, 2017</a:t>
            </a:r>
          </a:p>
          <a:p>
            <a:r>
              <a:rPr lang="en-US" sz="2800" dirty="0"/>
              <a:t>Weihong Deng, Jiani Hu, et.al, “DeepEmo: Real-world Facial Expression Analysis via Deep Learning”,IEEE VCIP 2015</a:t>
            </a:r>
          </a:p>
          <a:p>
            <a:r>
              <a:rPr lang="en-US" sz="2800" dirty="0"/>
              <a:t>Gupta, S. (2018, January). Facial emotion recognition in real-time and static images. IEEE January 2018</a:t>
            </a:r>
          </a:p>
          <a:p>
            <a:endParaRPr lang="en-US" sz="2800" dirty="0"/>
          </a:p>
        </p:txBody>
      </p:sp>
    </p:spTree>
    <p:extLst>
      <p:ext uri="{BB962C8B-B14F-4D97-AF65-F5344CB8AC3E}">
        <p14:creationId xmlns:p14="http://schemas.microsoft.com/office/powerpoint/2010/main" val="2681541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4CD21-AAD2-129B-D067-C3B9B98C17D5}"/>
              </a:ext>
            </a:extLst>
          </p:cNvPr>
          <p:cNvSpPr>
            <a:spLocks noGrp="1"/>
          </p:cNvSpPr>
          <p:nvPr>
            <p:ph type="title"/>
          </p:nvPr>
        </p:nvSpPr>
        <p:spPr/>
        <p:txBody>
          <a:bodyPr/>
          <a:lstStyle/>
          <a:p>
            <a:r>
              <a:rPr lang="en-US" dirty="0">
                <a:latin typeface="Times New Roman"/>
                <a:cs typeface="Times New Roman"/>
              </a:rPr>
              <a:t>References</a:t>
            </a:r>
            <a:endParaRPr lang="en-US" dirty="0"/>
          </a:p>
        </p:txBody>
      </p:sp>
      <p:sp>
        <p:nvSpPr>
          <p:cNvPr id="16409" name="Slide Number Placeholder 6">
            <a:extLst>
              <a:ext uri="{FF2B5EF4-FFF2-40B4-BE49-F238E27FC236}">
                <a16:creationId xmlns:a16="http://schemas.microsoft.com/office/drawing/2014/main" id="{A40B482B-2669-AA6D-572C-62418ABC7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FontTx/>
              <a:buNone/>
            </a:pPr>
            <a:fld id="{41FFC3AC-C0CF-4A0F-8B49-37FB45162766}" type="slidenum">
              <a:rPr lang="en-US" altLang="en-US" sz="1200" smtClean="0">
                <a:solidFill>
                  <a:srgbClr val="898989"/>
                </a:solidFill>
                <a:latin typeface="Calibri" panose="020F0502020204030204" pitchFamily="34" charset="0"/>
                <a:cs typeface="Arial" panose="020B0604020202020204" pitchFamily="34" charset="0"/>
              </a:rPr>
              <a:pPr>
                <a:spcBef>
                  <a:spcPct val="0"/>
                </a:spcBef>
                <a:buFontTx/>
                <a:buNone/>
              </a:pPr>
              <a:t>15</a:t>
            </a:fld>
            <a:endParaRPr lang="en-US" altLang="en-US" sz="1200">
              <a:solidFill>
                <a:srgbClr val="898989"/>
              </a:solidFill>
              <a:latin typeface="Calibri" panose="020F050202020403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8D1441F3-B428-7E52-61D4-4862DBEF66B0}"/>
              </a:ext>
            </a:extLst>
          </p:cNvPr>
          <p:cNvSpPr>
            <a:spLocks noGrp="1"/>
          </p:cNvSpPr>
          <p:nvPr>
            <p:ph type="ftr" sz="quarter" idx="11"/>
          </p:nvPr>
        </p:nvSpPr>
        <p:spPr/>
        <p:txBody>
          <a:bodyPr/>
          <a:lstStyle/>
          <a:p>
            <a:pPr>
              <a:defRPr/>
            </a:pPr>
            <a:r>
              <a:rPr lang="en-US" dirty="0"/>
              <a:t>01/03/2023</a:t>
            </a:r>
          </a:p>
        </p:txBody>
      </p:sp>
      <p:pic>
        <p:nvPicPr>
          <p:cNvPr id="16411" name="Picture 7" descr="Image result for sies gst logo">
            <a:extLst>
              <a:ext uri="{FF2B5EF4-FFF2-40B4-BE49-F238E27FC236}">
                <a16:creationId xmlns:a16="http://schemas.microsoft.com/office/drawing/2014/main" id="{7D12CA1B-822D-EC8C-B977-5180A24B6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B17C1D-AB5C-2FA8-1511-CC6CE97CA540}"/>
              </a:ext>
            </a:extLst>
          </p:cNvPr>
          <p:cNvSpPr>
            <a:spLocks noGrp="1"/>
          </p:cNvSpPr>
          <p:nvPr>
            <p:ph idx="1"/>
          </p:nvPr>
        </p:nvSpPr>
        <p:spPr/>
        <p:txBody>
          <a:bodyPr/>
          <a:lstStyle/>
          <a:p>
            <a:r>
              <a:rPr lang="en-US" sz="2800" dirty="0"/>
              <a:t>Balachandran,  B.,  Saad,  K.  F.,  Patel,  K.,  &amp;  Mekhiel.  Parallel  Computer  for  Face Recognition Using Artificial Intelligence. IEEE December 2019</a:t>
            </a:r>
          </a:p>
          <a:p>
            <a:r>
              <a:rPr lang="en-US" sz="2800" dirty="0"/>
              <a:t> Khan, M.,  Chakraborty, S.,  Astya, R.,  &amp;  Khepra, S.  (2019,  October). Face  Detection and  Recognition  Using OpenCV.  In 2019  International  Conference  on  Computing,  Communication,  and  Intelligent  Systems (ICCCIS) (pp. 116-119). IEEE</a:t>
            </a:r>
          </a:p>
        </p:txBody>
      </p:sp>
    </p:spTree>
    <p:extLst>
      <p:ext uri="{BB962C8B-B14F-4D97-AF65-F5344CB8AC3E}">
        <p14:creationId xmlns:p14="http://schemas.microsoft.com/office/powerpoint/2010/main" val="1807044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79C3302-3DF1-AE6A-0164-D81E39DA7B23}"/>
              </a:ext>
            </a:extLst>
          </p:cNvPr>
          <p:cNvSpPr>
            <a:spLocks noGrp="1"/>
          </p:cNvSpPr>
          <p:nvPr>
            <p:ph type="ftr" sz="quarter" idx="11"/>
          </p:nvPr>
        </p:nvSpPr>
        <p:spPr/>
        <p:txBody>
          <a:bodyPr/>
          <a:lstStyle/>
          <a:p>
            <a:pPr>
              <a:defRPr/>
            </a:pPr>
            <a:r>
              <a:rPr lang="en-US" dirty="0"/>
              <a:t>01/03/2023                                  </a:t>
            </a:r>
          </a:p>
        </p:txBody>
      </p:sp>
      <p:sp>
        <p:nvSpPr>
          <p:cNvPr id="5" name="Slide Number Placeholder 4">
            <a:extLst>
              <a:ext uri="{FF2B5EF4-FFF2-40B4-BE49-F238E27FC236}">
                <a16:creationId xmlns:a16="http://schemas.microsoft.com/office/drawing/2014/main" id="{F44FD0F9-ED4B-3D70-3C96-55929356686E}"/>
              </a:ext>
            </a:extLst>
          </p:cNvPr>
          <p:cNvSpPr>
            <a:spLocks noGrp="1"/>
          </p:cNvSpPr>
          <p:nvPr>
            <p:ph type="sldNum" sz="quarter" idx="12"/>
          </p:nvPr>
        </p:nvSpPr>
        <p:spPr/>
        <p:txBody>
          <a:bodyPr/>
          <a:lstStyle/>
          <a:p>
            <a:pPr>
              <a:defRPr/>
            </a:pPr>
            <a:fld id="{147AA328-1E5B-46CD-BD21-95A0942A2E0F}" type="slidenum">
              <a:rPr lang="en-US" altLang="en-US" smtClean="0"/>
              <a:pPr>
                <a:defRPr/>
              </a:pPr>
              <a:t>16</a:t>
            </a:fld>
            <a:endParaRPr lang="en-US" altLang="en-US"/>
          </a:p>
        </p:txBody>
      </p:sp>
      <p:sp>
        <p:nvSpPr>
          <p:cNvPr id="6" name="TextBox 5">
            <a:extLst>
              <a:ext uri="{FF2B5EF4-FFF2-40B4-BE49-F238E27FC236}">
                <a16:creationId xmlns:a16="http://schemas.microsoft.com/office/drawing/2014/main" id="{B283D3F9-002C-14E1-CE4A-E72B14BD421E}"/>
              </a:ext>
            </a:extLst>
          </p:cNvPr>
          <p:cNvSpPr txBox="1"/>
          <p:nvPr/>
        </p:nvSpPr>
        <p:spPr>
          <a:xfrm>
            <a:off x="215735" y="5836123"/>
            <a:ext cx="2819400" cy="707886"/>
          </a:xfrm>
          <a:prstGeom prst="rect">
            <a:avLst/>
          </a:prstGeom>
          <a:noFill/>
          <a:effectLst>
            <a:softEdge rad="12700"/>
          </a:effectLst>
        </p:spPr>
        <p:txBody>
          <a:bodyPr wrap="square" rtlCol="0">
            <a:spAutoFit/>
          </a:bodyPr>
          <a:lstStyle/>
          <a:p>
            <a:r>
              <a:rPr lang="en-IN" sz="4000" b="1" u="sng"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83953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5130</TotalTime>
  <Words>764</Words>
  <Application>Microsoft Office PowerPoint</Application>
  <PresentationFormat>On-screen Show (4:3)</PresentationFormat>
  <Paragraphs>133</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ff1</vt:lpstr>
      <vt:lpstr>Inter</vt:lpstr>
      <vt:lpstr>Times New Roman</vt:lpstr>
      <vt:lpstr>Office Theme</vt:lpstr>
      <vt:lpstr>Mini Project – Semester IV Internal Presentation  Part - 1</vt:lpstr>
      <vt:lpstr>Index</vt:lpstr>
      <vt:lpstr>Introduction</vt:lpstr>
      <vt:lpstr>Literature Survey</vt:lpstr>
      <vt:lpstr>Literature Survey</vt:lpstr>
      <vt:lpstr>Existing System</vt:lpstr>
      <vt:lpstr>Methodology</vt:lpstr>
      <vt:lpstr>Problem Definition</vt:lpstr>
      <vt:lpstr>Hardware &amp; Software Requirement</vt:lpstr>
      <vt:lpstr>System Architecture</vt:lpstr>
      <vt:lpstr>Applications</vt:lpstr>
      <vt:lpstr>Future Scope</vt:lpstr>
      <vt:lpstr>Conclusion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Seminar Stage - 1</dc:title>
  <dc:creator>leena</dc:creator>
  <cp:lastModifiedBy>Gobade Shantanu Sharad</cp:lastModifiedBy>
  <cp:revision>324</cp:revision>
  <dcterms:created xsi:type="dcterms:W3CDTF">2006-08-16T00:00:00Z</dcterms:created>
  <dcterms:modified xsi:type="dcterms:W3CDTF">2023-03-12T15:53:39Z</dcterms:modified>
</cp:coreProperties>
</file>